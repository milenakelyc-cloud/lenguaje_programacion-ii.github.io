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70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33"/>
    <a:srgbClr val="82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lena randu" userId="e051d298234cfa92" providerId="LiveId" clId="{B4667BA3-0252-4B0F-8988-0C4F4E1AC2AD}"/>
    <pc:docChg chg="undo custSel addSld delSld modSld sldOrd">
      <pc:chgData name="milena randu" userId="e051d298234cfa92" providerId="LiveId" clId="{B4667BA3-0252-4B0F-8988-0C4F4E1AC2AD}" dt="2025-10-11T21:34:42.901" v="1336" actId="1037"/>
      <pc:docMkLst>
        <pc:docMk/>
      </pc:docMkLst>
      <pc:sldChg chg="addSp modSp mod">
        <pc:chgData name="milena randu" userId="e051d298234cfa92" providerId="LiveId" clId="{B4667BA3-0252-4B0F-8988-0C4F4E1AC2AD}" dt="2025-10-10T13:07:04.054" v="110" actId="1440"/>
        <pc:sldMkLst>
          <pc:docMk/>
          <pc:sldMk cId="1112500513" sldId="259"/>
        </pc:sldMkLst>
        <pc:spChg chg="mod">
          <ac:chgData name="milena randu" userId="e051d298234cfa92" providerId="LiveId" clId="{B4667BA3-0252-4B0F-8988-0C4F4E1AC2AD}" dt="2025-10-10T13:02:52.351" v="45" actId="1076"/>
          <ac:spMkLst>
            <pc:docMk/>
            <pc:sldMk cId="1112500513" sldId="259"/>
            <ac:spMk id="59" creationId="{C881635E-721D-FFCB-5E5C-E07A02422013}"/>
          </ac:spMkLst>
        </pc:spChg>
        <pc:spChg chg="add">
          <ac:chgData name="milena randu" userId="e051d298234cfa92" providerId="LiveId" clId="{B4667BA3-0252-4B0F-8988-0C4F4E1AC2AD}" dt="2025-10-10T13:01:48.576" v="29"/>
          <ac:spMkLst>
            <pc:docMk/>
            <pc:sldMk cId="1112500513" sldId="259"/>
            <ac:spMk id="61" creationId="{279EBD09-7CCF-5E6B-1F28-9B99EADED8F0}"/>
          </ac:spMkLst>
        </pc:spChg>
        <pc:spChg chg="add">
          <ac:chgData name="milena randu" userId="e051d298234cfa92" providerId="LiveId" clId="{B4667BA3-0252-4B0F-8988-0C4F4E1AC2AD}" dt="2025-10-10T13:01:48.576" v="29"/>
          <ac:spMkLst>
            <pc:docMk/>
            <pc:sldMk cId="1112500513" sldId="259"/>
            <ac:spMk id="62" creationId="{7C5E3C9E-2FD4-7652-BD55-57FA780504F7}"/>
          </ac:spMkLst>
        </pc:spChg>
        <pc:spChg chg="add mod">
          <ac:chgData name="milena randu" userId="e051d298234cfa92" providerId="LiveId" clId="{B4667BA3-0252-4B0F-8988-0C4F4E1AC2AD}" dt="2025-10-10T13:05:19.123" v="86" actId="404"/>
          <ac:spMkLst>
            <pc:docMk/>
            <pc:sldMk cId="1112500513" sldId="259"/>
            <ac:spMk id="63" creationId="{DB36DBF1-46EB-3E9A-ACBE-615B758DF2CC}"/>
          </ac:spMkLst>
        </pc:spChg>
        <pc:spChg chg="add">
          <ac:chgData name="milena randu" userId="e051d298234cfa92" providerId="LiveId" clId="{B4667BA3-0252-4B0F-8988-0C4F4E1AC2AD}" dt="2025-10-10T13:03:17.232" v="50"/>
          <ac:spMkLst>
            <pc:docMk/>
            <pc:sldMk cId="1112500513" sldId="259"/>
            <ac:spMk id="2048" creationId="{C766E84F-D7C6-CC00-6D7E-05C27888363A}"/>
          </ac:spMkLst>
        </pc:spChg>
        <pc:spChg chg="add">
          <ac:chgData name="milena randu" userId="e051d298234cfa92" providerId="LiveId" clId="{B4667BA3-0252-4B0F-8988-0C4F4E1AC2AD}" dt="2025-10-10T13:03:17.232" v="50"/>
          <ac:spMkLst>
            <pc:docMk/>
            <pc:sldMk cId="1112500513" sldId="259"/>
            <ac:spMk id="2049" creationId="{CAD472EF-C551-3975-4B17-AC16E44DA8FB}"/>
          </ac:spMkLst>
        </pc:spChg>
        <pc:spChg chg="add">
          <ac:chgData name="milena randu" userId="e051d298234cfa92" providerId="LiveId" clId="{B4667BA3-0252-4B0F-8988-0C4F4E1AC2AD}" dt="2025-10-10T13:03:17.232" v="50"/>
          <ac:spMkLst>
            <pc:docMk/>
            <pc:sldMk cId="1112500513" sldId="259"/>
            <ac:spMk id="2051" creationId="{20A80C7F-C00C-FDB9-C5BE-E5EB56BCD626}"/>
          </ac:spMkLst>
        </pc:spChg>
        <pc:picChg chg="add mod">
          <ac:chgData name="milena randu" userId="e051d298234cfa92" providerId="LiveId" clId="{B4667BA3-0252-4B0F-8988-0C4F4E1AC2AD}" dt="2025-10-10T13:02:54.237" v="46" actId="1076"/>
          <ac:picMkLst>
            <pc:docMk/>
            <pc:sldMk cId="1112500513" sldId="259"/>
            <ac:picMk id="60" creationId="{34050208-1BCA-966B-B56B-E469AC74B6D4}"/>
          </ac:picMkLst>
        </pc:picChg>
        <pc:picChg chg="add mod">
          <ac:chgData name="milena randu" userId="e051d298234cfa92" providerId="LiveId" clId="{B4667BA3-0252-4B0F-8988-0C4F4E1AC2AD}" dt="2025-10-10T13:05:07.255" v="82" actId="1076"/>
          <ac:picMkLst>
            <pc:docMk/>
            <pc:sldMk cId="1112500513" sldId="259"/>
            <ac:picMk id="2053" creationId="{BE5C2CF0-1805-E404-230D-BD87EA97AB0B}"/>
          </ac:picMkLst>
        </pc:picChg>
        <pc:picChg chg="add mod">
          <ac:chgData name="milena randu" userId="e051d298234cfa92" providerId="LiveId" clId="{B4667BA3-0252-4B0F-8988-0C4F4E1AC2AD}" dt="2025-10-10T13:05:42.922" v="90" actId="1076"/>
          <ac:picMkLst>
            <pc:docMk/>
            <pc:sldMk cId="1112500513" sldId="259"/>
            <ac:picMk id="2055" creationId="{83B34078-69D3-A647-4B84-4D1A96E4BCF3}"/>
          </ac:picMkLst>
        </pc:picChg>
        <pc:picChg chg="add mod">
          <ac:chgData name="milena randu" userId="e051d298234cfa92" providerId="LiveId" clId="{B4667BA3-0252-4B0F-8988-0C4F4E1AC2AD}" dt="2025-10-10T13:07:04.054" v="110" actId="1440"/>
          <ac:picMkLst>
            <pc:docMk/>
            <pc:sldMk cId="1112500513" sldId="259"/>
            <ac:picMk id="2056" creationId="{18AB52B1-10A0-1EA5-165B-2B5B4BD92325}"/>
          </ac:picMkLst>
        </pc:picChg>
      </pc:sldChg>
      <pc:sldChg chg="addSp modSp mod modTransition">
        <pc:chgData name="milena randu" userId="e051d298234cfa92" providerId="LiveId" clId="{B4667BA3-0252-4B0F-8988-0C4F4E1AC2AD}" dt="2025-10-11T20:57:16.352" v="759"/>
        <pc:sldMkLst>
          <pc:docMk/>
          <pc:sldMk cId="1349012140" sldId="260"/>
        </pc:sldMkLst>
        <pc:spChg chg="mod">
          <ac:chgData name="milena randu" userId="e051d298234cfa92" providerId="LiveId" clId="{B4667BA3-0252-4B0F-8988-0C4F4E1AC2AD}" dt="2025-10-10T13:07:14.707" v="111"/>
          <ac:spMkLst>
            <pc:docMk/>
            <pc:sldMk cId="1349012140" sldId="260"/>
            <ac:spMk id="15" creationId="{C0CC579D-B38E-18D3-1285-A53A010466A2}"/>
          </ac:spMkLst>
        </pc:spChg>
        <pc:spChg chg="mod">
          <ac:chgData name="milena randu" userId="e051d298234cfa92" providerId="LiveId" clId="{B4667BA3-0252-4B0F-8988-0C4F4E1AC2AD}" dt="2025-10-10T13:07:14.707" v="111"/>
          <ac:spMkLst>
            <pc:docMk/>
            <pc:sldMk cId="1349012140" sldId="260"/>
            <ac:spMk id="16" creationId="{4094A46C-3019-95E3-154B-CAB4C092DEFB}"/>
          </ac:spMkLst>
        </pc:spChg>
        <pc:spChg chg="mod">
          <ac:chgData name="milena randu" userId="e051d298234cfa92" providerId="LiveId" clId="{B4667BA3-0252-4B0F-8988-0C4F4E1AC2AD}" dt="2025-10-10T13:07:14.707" v="111"/>
          <ac:spMkLst>
            <pc:docMk/>
            <pc:sldMk cId="1349012140" sldId="260"/>
            <ac:spMk id="17" creationId="{9D552700-E0D7-2708-B7C7-0210ED9D029D}"/>
          </ac:spMkLst>
        </pc:spChg>
        <pc:spChg chg="mod">
          <ac:chgData name="milena randu" userId="e051d298234cfa92" providerId="LiveId" clId="{B4667BA3-0252-4B0F-8988-0C4F4E1AC2AD}" dt="2025-10-10T13:07:14.707" v="111"/>
          <ac:spMkLst>
            <pc:docMk/>
            <pc:sldMk cId="1349012140" sldId="260"/>
            <ac:spMk id="19" creationId="{C012EF9A-B12F-3197-D367-4048E0DEDD95}"/>
          </ac:spMkLst>
        </pc:spChg>
        <pc:spChg chg="mod">
          <ac:chgData name="milena randu" userId="e051d298234cfa92" providerId="LiveId" clId="{B4667BA3-0252-4B0F-8988-0C4F4E1AC2AD}" dt="2025-10-10T13:07:14.707" v="111"/>
          <ac:spMkLst>
            <pc:docMk/>
            <pc:sldMk cId="1349012140" sldId="260"/>
            <ac:spMk id="20" creationId="{5F6B5917-4507-3554-C23E-873F176F86AC}"/>
          </ac:spMkLst>
        </pc:spChg>
        <pc:spChg chg="mod">
          <ac:chgData name="milena randu" userId="e051d298234cfa92" providerId="LiveId" clId="{B4667BA3-0252-4B0F-8988-0C4F4E1AC2AD}" dt="2025-10-10T13:07:14.707" v="111"/>
          <ac:spMkLst>
            <pc:docMk/>
            <pc:sldMk cId="1349012140" sldId="260"/>
            <ac:spMk id="21" creationId="{97F5C3EE-C8ED-AA3F-B7A2-F660796DD127}"/>
          </ac:spMkLst>
        </pc:spChg>
        <pc:spChg chg="mod">
          <ac:chgData name="milena randu" userId="e051d298234cfa92" providerId="LiveId" clId="{B4667BA3-0252-4B0F-8988-0C4F4E1AC2AD}" dt="2025-10-10T13:07:14.707" v="111"/>
          <ac:spMkLst>
            <pc:docMk/>
            <pc:sldMk cId="1349012140" sldId="260"/>
            <ac:spMk id="23" creationId="{D38B6D82-836A-BFBF-E200-52864F0F65A1}"/>
          </ac:spMkLst>
        </pc:spChg>
        <pc:spChg chg="mod">
          <ac:chgData name="milena randu" userId="e051d298234cfa92" providerId="LiveId" clId="{B4667BA3-0252-4B0F-8988-0C4F4E1AC2AD}" dt="2025-10-10T13:07:14.707" v="111"/>
          <ac:spMkLst>
            <pc:docMk/>
            <pc:sldMk cId="1349012140" sldId="260"/>
            <ac:spMk id="24" creationId="{118EF317-9AF1-E40C-2017-DA0C0F273CA7}"/>
          </ac:spMkLst>
        </pc:spChg>
        <pc:spChg chg="mod">
          <ac:chgData name="milena randu" userId="e051d298234cfa92" providerId="LiveId" clId="{B4667BA3-0252-4B0F-8988-0C4F4E1AC2AD}" dt="2025-10-10T13:07:14.707" v="111"/>
          <ac:spMkLst>
            <pc:docMk/>
            <pc:sldMk cId="1349012140" sldId="260"/>
            <ac:spMk id="25" creationId="{DEC601EC-9374-7553-77DD-871FBB222082}"/>
          </ac:spMkLst>
        </pc:spChg>
        <pc:spChg chg="mod">
          <ac:chgData name="milena randu" userId="e051d298234cfa92" providerId="LiveId" clId="{B4667BA3-0252-4B0F-8988-0C4F4E1AC2AD}" dt="2025-10-10T13:07:14.707" v="111"/>
          <ac:spMkLst>
            <pc:docMk/>
            <pc:sldMk cId="1349012140" sldId="260"/>
            <ac:spMk id="27" creationId="{823688EC-1CBE-47E8-4F9F-9E98433D48B4}"/>
          </ac:spMkLst>
        </pc:spChg>
        <pc:spChg chg="mod">
          <ac:chgData name="milena randu" userId="e051d298234cfa92" providerId="LiveId" clId="{B4667BA3-0252-4B0F-8988-0C4F4E1AC2AD}" dt="2025-10-10T13:07:14.707" v="111"/>
          <ac:spMkLst>
            <pc:docMk/>
            <pc:sldMk cId="1349012140" sldId="260"/>
            <ac:spMk id="28" creationId="{A4FB864F-3111-8358-27CE-9116453E54D1}"/>
          </ac:spMkLst>
        </pc:spChg>
        <pc:spChg chg="mod">
          <ac:chgData name="milena randu" userId="e051d298234cfa92" providerId="LiveId" clId="{B4667BA3-0252-4B0F-8988-0C4F4E1AC2AD}" dt="2025-10-10T13:07:14.707" v="111"/>
          <ac:spMkLst>
            <pc:docMk/>
            <pc:sldMk cId="1349012140" sldId="260"/>
            <ac:spMk id="29" creationId="{6F51D2D5-62CD-0EF4-5BBD-E37950C7A8FA}"/>
          </ac:spMkLst>
        </pc:spChg>
        <pc:spChg chg="mod">
          <ac:chgData name="milena randu" userId="e051d298234cfa92" providerId="LiveId" clId="{B4667BA3-0252-4B0F-8988-0C4F4E1AC2AD}" dt="2025-10-10T13:07:14.707" v="111"/>
          <ac:spMkLst>
            <pc:docMk/>
            <pc:sldMk cId="1349012140" sldId="260"/>
            <ac:spMk id="31" creationId="{DDD36446-24AD-7DF1-A251-0491F40189DB}"/>
          </ac:spMkLst>
        </pc:spChg>
        <pc:spChg chg="mod">
          <ac:chgData name="milena randu" userId="e051d298234cfa92" providerId="LiveId" clId="{B4667BA3-0252-4B0F-8988-0C4F4E1AC2AD}" dt="2025-10-10T13:07:14.707" v="111"/>
          <ac:spMkLst>
            <pc:docMk/>
            <pc:sldMk cId="1349012140" sldId="260"/>
            <ac:spMk id="32" creationId="{99A34AC8-28A1-CD81-F561-FF20E0A00837}"/>
          </ac:spMkLst>
        </pc:spChg>
        <pc:spChg chg="mod">
          <ac:chgData name="milena randu" userId="e051d298234cfa92" providerId="LiveId" clId="{B4667BA3-0252-4B0F-8988-0C4F4E1AC2AD}" dt="2025-10-10T13:07:14.707" v="111"/>
          <ac:spMkLst>
            <pc:docMk/>
            <pc:sldMk cId="1349012140" sldId="260"/>
            <ac:spMk id="33" creationId="{8FD7C52E-9D83-95EE-AC02-B1D931867B46}"/>
          </ac:spMkLst>
        </pc:spChg>
        <pc:spChg chg="mod">
          <ac:chgData name="milena randu" userId="e051d298234cfa92" providerId="LiveId" clId="{B4667BA3-0252-4B0F-8988-0C4F4E1AC2AD}" dt="2025-10-10T13:07:14.707" v="111"/>
          <ac:spMkLst>
            <pc:docMk/>
            <pc:sldMk cId="1349012140" sldId="260"/>
            <ac:spMk id="35" creationId="{763EFA9A-04D5-BB58-140D-46BECEF6A3DC}"/>
          </ac:spMkLst>
        </pc:spChg>
        <pc:spChg chg="mod">
          <ac:chgData name="milena randu" userId="e051d298234cfa92" providerId="LiveId" clId="{B4667BA3-0252-4B0F-8988-0C4F4E1AC2AD}" dt="2025-10-10T13:07:14.707" v="111"/>
          <ac:spMkLst>
            <pc:docMk/>
            <pc:sldMk cId="1349012140" sldId="260"/>
            <ac:spMk id="36" creationId="{0E53C8FC-1BC4-CC29-9A54-FCB5A500C2F9}"/>
          </ac:spMkLst>
        </pc:spChg>
        <pc:spChg chg="mod">
          <ac:chgData name="milena randu" userId="e051d298234cfa92" providerId="LiveId" clId="{B4667BA3-0252-4B0F-8988-0C4F4E1AC2AD}" dt="2025-10-10T13:07:14.707" v="111"/>
          <ac:spMkLst>
            <pc:docMk/>
            <pc:sldMk cId="1349012140" sldId="260"/>
            <ac:spMk id="37" creationId="{FA27FEC3-1C12-B756-AADD-96A764513C35}"/>
          </ac:spMkLst>
        </pc:spChg>
        <pc:spChg chg="mod">
          <ac:chgData name="milena randu" userId="e051d298234cfa92" providerId="LiveId" clId="{B4667BA3-0252-4B0F-8988-0C4F4E1AC2AD}" dt="2025-10-10T13:07:14.707" v="111"/>
          <ac:spMkLst>
            <pc:docMk/>
            <pc:sldMk cId="1349012140" sldId="260"/>
            <ac:spMk id="39" creationId="{67B139A8-0A57-975A-00DB-63E9BC6303E6}"/>
          </ac:spMkLst>
        </pc:spChg>
        <pc:spChg chg="mod">
          <ac:chgData name="milena randu" userId="e051d298234cfa92" providerId="LiveId" clId="{B4667BA3-0252-4B0F-8988-0C4F4E1AC2AD}" dt="2025-10-10T13:07:14.707" v="111"/>
          <ac:spMkLst>
            <pc:docMk/>
            <pc:sldMk cId="1349012140" sldId="260"/>
            <ac:spMk id="40" creationId="{EEB902FB-D9D9-66EE-966B-127A549257A5}"/>
          </ac:spMkLst>
        </pc:spChg>
        <pc:spChg chg="mod">
          <ac:chgData name="milena randu" userId="e051d298234cfa92" providerId="LiveId" clId="{B4667BA3-0252-4B0F-8988-0C4F4E1AC2AD}" dt="2025-10-10T13:07:14.707" v="111"/>
          <ac:spMkLst>
            <pc:docMk/>
            <pc:sldMk cId="1349012140" sldId="260"/>
            <ac:spMk id="41" creationId="{CC290B7E-FF9B-0BBC-5068-5FF620690D44}"/>
          </ac:spMkLst>
        </pc:spChg>
        <pc:spChg chg="mod">
          <ac:chgData name="milena randu" userId="e051d298234cfa92" providerId="LiveId" clId="{B4667BA3-0252-4B0F-8988-0C4F4E1AC2AD}" dt="2025-10-10T13:07:14.707" v="111"/>
          <ac:spMkLst>
            <pc:docMk/>
            <pc:sldMk cId="1349012140" sldId="260"/>
            <ac:spMk id="43" creationId="{C2C51091-091C-C848-6B89-C871F768895B}"/>
          </ac:spMkLst>
        </pc:spChg>
        <pc:spChg chg="mod">
          <ac:chgData name="milena randu" userId="e051d298234cfa92" providerId="LiveId" clId="{B4667BA3-0252-4B0F-8988-0C4F4E1AC2AD}" dt="2025-10-10T13:07:14.707" v="111"/>
          <ac:spMkLst>
            <pc:docMk/>
            <pc:sldMk cId="1349012140" sldId="260"/>
            <ac:spMk id="44" creationId="{DAE66BA5-A8A8-CA02-9E33-BD93B4FD068C}"/>
          </ac:spMkLst>
        </pc:spChg>
        <pc:spChg chg="mod">
          <ac:chgData name="milena randu" userId="e051d298234cfa92" providerId="LiveId" clId="{B4667BA3-0252-4B0F-8988-0C4F4E1AC2AD}" dt="2025-10-10T13:07:14.707" v="111"/>
          <ac:spMkLst>
            <pc:docMk/>
            <pc:sldMk cId="1349012140" sldId="260"/>
            <ac:spMk id="45" creationId="{609272F6-F6CC-8863-A398-582BF5469F06}"/>
          </ac:spMkLst>
        </pc:spChg>
        <pc:spChg chg="mod">
          <ac:chgData name="milena randu" userId="e051d298234cfa92" providerId="LiveId" clId="{B4667BA3-0252-4B0F-8988-0C4F4E1AC2AD}" dt="2025-10-10T13:07:14.707" v="111"/>
          <ac:spMkLst>
            <pc:docMk/>
            <pc:sldMk cId="1349012140" sldId="260"/>
            <ac:spMk id="47" creationId="{3921AFD5-BAB6-062C-4509-E22C990EDF86}"/>
          </ac:spMkLst>
        </pc:spChg>
        <pc:spChg chg="mod">
          <ac:chgData name="milena randu" userId="e051d298234cfa92" providerId="LiveId" clId="{B4667BA3-0252-4B0F-8988-0C4F4E1AC2AD}" dt="2025-10-10T13:07:14.707" v="111"/>
          <ac:spMkLst>
            <pc:docMk/>
            <pc:sldMk cId="1349012140" sldId="260"/>
            <ac:spMk id="48" creationId="{E5F010A5-0791-6064-8A44-D0A50EA953F2}"/>
          </ac:spMkLst>
        </pc:spChg>
        <pc:spChg chg="mod">
          <ac:chgData name="milena randu" userId="e051d298234cfa92" providerId="LiveId" clId="{B4667BA3-0252-4B0F-8988-0C4F4E1AC2AD}" dt="2025-10-10T13:07:14.707" v="111"/>
          <ac:spMkLst>
            <pc:docMk/>
            <pc:sldMk cId="1349012140" sldId="260"/>
            <ac:spMk id="49" creationId="{067D677F-1BC1-748A-E36A-57E2C182A679}"/>
          </ac:spMkLst>
        </pc:spChg>
        <pc:spChg chg="mod">
          <ac:chgData name="milena randu" userId="e051d298234cfa92" providerId="LiveId" clId="{B4667BA3-0252-4B0F-8988-0C4F4E1AC2AD}" dt="2025-10-10T13:07:14.707" v="111"/>
          <ac:spMkLst>
            <pc:docMk/>
            <pc:sldMk cId="1349012140" sldId="260"/>
            <ac:spMk id="51" creationId="{D8A32F20-042B-F576-8122-156FF5B60DC7}"/>
          </ac:spMkLst>
        </pc:spChg>
        <pc:spChg chg="mod">
          <ac:chgData name="milena randu" userId="e051d298234cfa92" providerId="LiveId" clId="{B4667BA3-0252-4B0F-8988-0C4F4E1AC2AD}" dt="2025-10-10T13:07:14.707" v="111"/>
          <ac:spMkLst>
            <pc:docMk/>
            <pc:sldMk cId="1349012140" sldId="260"/>
            <ac:spMk id="52" creationId="{FCF6D69A-3B48-DCCD-3A93-1DCB16EADB4F}"/>
          </ac:spMkLst>
        </pc:spChg>
        <pc:spChg chg="mod">
          <ac:chgData name="milena randu" userId="e051d298234cfa92" providerId="LiveId" clId="{B4667BA3-0252-4B0F-8988-0C4F4E1AC2AD}" dt="2025-10-10T13:07:14.707" v="111"/>
          <ac:spMkLst>
            <pc:docMk/>
            <pc:sldMk cId="1349012140" sldId="260"/>
            <ac:spMk id="53" creationId="{10002A2D-2DF6-5BEA-A3F5-154009179BB1}"/>
          </ac:spMkLst>
        </pc:spChg>
        <pc:spChg chg="mod">
          <ac:chgData name="milena randu" userId="e051d298234cfa92" providerId="LiveId" clId="{B4667BA3-0252-4B0F-8988-0C4F4E1AC2AD}" dt="2025-10-10T13:07:14.707" v="111"/>
          <ac:spMkLst>
            <pc:docMk/>
            <pc:sldMk cId="1349012140" sldId="260"/>
            <ac:spMk id="55" creationId="{FB575EA3-04A9-FD3C-BC70-3DE69A49765A}"/>
          </ac:spMkLst>
        </pc:spChg>
        <pc:spChg chg="mod">
          <ac:chgData name="milena randu" userId="e051d298234cfa92" providerId="LiveId" clId="{B4667BA3-0252-4B0F-8988-0C4F4E1AC2AD}" dt="2025-10-10T13:07:14.707" v="111"/>
          <ac:spMkLst>
            <pc:docMk/>
            <pc:sldMk cId="1349012140" sldId="260"/>
            <ac:spMk id="56" creationId="{62C91886-28E8-BC96-6B29-174AA9E63970}"/>
          </ac:spMkLst>
        </pc:spChg>
        <pc:spChg chg="mod">
          <ac:chgData name="milena randu" userId="e051d298234cfa92" providerId="LiveId" clId="{B4667BA3-0252-4B0F-8988-0C4F4E1AC2AD}" dt="2025-10-10T13:07:14.707" v="111"/>
          <ac:spMkLst>
            <pc:docMk/>
            <pc:sldMk cId="1349012140" sldId="260"/>
            <ac:spMk id="57" creationId="{4888716F-7004-D08A-A80F-21E3798D8A3D}"/>
          </ac:spMkLst>
        </pc:spChg>
        <pc:spChg chg="add mod">
          <ac:chgData name="milena randu" userId="e051d298234cfa92" providerId="LiveId" clId="{B4667BA3-0252-4B0F-8988-0C4F4E1AC2AD}" dt="2025-10-10T13:13:04.364" v="206" actId="14100"/>
          <ac:spMkLst>
            <pc:docMk/>
            <pc:sldMk cId="1349012140" sldId="260"/>
            <ac:spMk id="60" creationId="{EDAA7AE3-78A3-B148-C9BA-00FCA2949638}"/>
          </ac:spMkLst>
        </pc:spChg>
        <pc:spChg chg="add mod">
          <ac:chgData name="milena randu" userId="e051d298234cfa92" providerId="LiveId" clId="{B4667BA3-0252-4B0F-8988-0C4F4E1AC2AD}" dt="2025-10-10T13:13:11.932" v="208" actId="14100"/>
          <ac:spMkLst>
            <pc:docMk/>
            <pc:sldMk cId="1349012140" sldId="260"/>
            <ac:spMk id="63" creationId="{5C1AADAA-29D4-0A89-3A8A-6A48FE6555A0}"/>
          </ac:spMkLst>
        </pc:spChg>
        <pc:grpChg chg="add mod">
          <ac:chgData name="milena randu" userId="e051d298234cfa92" providerId="LiveId" clId="{B4667BA3-0252-4B0F-8988-0C4F4E1AC2AD}" dt="2025-10-10T13:14:37.070" v="212" actId="1076"/>
          <ac:grpSpMkLst>
            <pc:docMk/>
            <pc:sldMk cId="1349012140" sldId="260"/>
            <ac:grpSpMk id="2" creationId="{5092580F-C9F3-7A31-CE06-9CDC828C12C2}"/>
          </ac:grpSpMkLst>
        </pc:grpChg>
        <pc:grpChg chg="mod">
          <ac:chgData name="milena randu" userId="e051d298234cfa92" providerId="LiveId" clId="{B4667BA3-0252-4B0F-8988-0C4F4E1AC2AD}" dt="2025-10-10T13:07:14.707" v="111"/>
          <ac:grpSpMkLst>
            <pc:docMk/>
            <pc:sldMk cId="1349012140" sldId="260"/>
            <ac:grpSpMk id="3" creationId="{4B95AEA8-8337-CA57-B5D5-DDCAB173990E}"/>
          </ac:grpSpMkLst>
        </pc:grpChg>
        <pc:grpChg chg="mod">
          <ac:chgData name="milena randu" userId="e051d298234cfa92" providerId="LiveId" clId="{B4667BA3-0252-4B0F-8988-0C4F4E1AC2AD}" dt="2025-10-10T13:07:14.707" v="111"/>
          <ac:grpSpMkLst>
            <pc:docMk/>
            <pc:sldMk cId="1349012140" sldId="260"/>
            <ac:grpSpMk id="4" creationId="{C6718C26-251E-81D1-0E67-FFBB26BC2CFA}"/>
          </ac:grpSpMkLst>
        </pc:grpChg>
        <pc:grpChg chg="mod">
          <ac:chgData name="milena randu" userId="e051d298234cfa92" providerId="LiveId" clId="{B4667BA3-0252-4B0F-8988-0C4F4E1AC2AD}" dt="2025-10-10T13:07:14.707" v="111"/>
          <ac:grpSpMkLst>
            <pc:docMk/>
            <pc:sldMk cId="1349012140" sldId="260"/>
            <ac:grpSpMk id="5" creationId="{6C6C5A30-1B92-ED63-D49F-6B6905A94EBC}"/>
          </ac:grpSpMkLst>
        </pc:grpChg>
        <pc:grpChg chg="mod">
          <ac:chgData name="milena randu" userId="e051d298234cfa92" providerId="LiveId" clId="{B4667BA3-0252-4B0F-8988-0C4F4E1AC2AD}" dt="2025-10-10T13:07:14.707" v="111"/>
          <ac:grpSpMkLst>
            <pc:docMk/>
            <pc:sldMk cId="1349012140" sldId="260"/>
            <ac:grpSpMk id="6" creationId="{DE198F09-0906-0654-5602-D4EDEE1E77DA}"/>
          </ac:grpSpMkLst>
        </pc:grpChg>
        <pc:grpChg chg="mod">
          <ac:chgData name="milena randu" userId="e051d298234cfa92" providerId="LiveId" clId="{B4667BA3-0252-4B0F-8988-0C4F4E1AC2AD}" dt="2025-10-10T13:07:14.707" v="111"/>
          <ac:grpSpMkLst>
            <pc:docMk/>
            <pc:sldMk cId="1349012140" sldId="260"/>
            <ac:grpSpMk id="7" creationId="{CCE47B9F-8092-F9CC-0FE6-3562BDED6FBC}"/>
          </ac:grpSpMkLst>
        </pc:grpChg>
        <pc:grpChg chg="mod">
          <ac:chgData name="milena randu" userId="e051d298234cfa92" providerId="LiveId" clId="{B4667BA3-0252-4B0F-8988-0C4F4E1AC2AD}" dt="2025-10-10T13:07:14.707" v="111"/>
          <ac:grpSpMkLst>
            <pc:docMk/>
            <pc:sldMk cId="1349012140" sldId="260"/>
            <ac:grpSpMk id="8" creationId="{F96D3788-AE33-E16F-787C-2299051F065E}"/>
          </ac:grpSpMkLst>
        </pc:grpChg>
        <pc:grpChg chg="mod">
          <ac:chgData name="milena randu" userId="e051d298234cfa92" providerId="LiveId" clId="{B4667BA3-0252-4B0F-8988-0C4F4E1AC2AD}" dt="2025-10-10T13:07:14.707" v="111"/>
          <ac:grpSpMkLst>
            <pc:docMk/>
            <pc:sldMk cId="1349012140" sldId="260"/>
            <ac:grpSpMk id="9" creationId="{9BF74C04-7A15-F091-E9AE-BDEC589E38E3}"/>
          </ac:grpSpMkLst>
        </pc:grpChg>
        <pc:grpChg chg="mod">
          <ac:chgData name="milena randu" userId="e051d298234cfa92" providerId="LiveId" clId="{B4667BA3-0252-4B0F-8988-0C4F4E1AC2AD}" dt="2025-10-10T13:07:14.707" v="111"/>
          <ac:grpSpMkLst>
            <pc:docMk/>
            <pc:sldMk cId="1349012140" sldId="260"/>
            <ac:grpSpMk id="10" creationId="{F393EBBA-CC0B-46B0-BE7B-71EE9867BA7F}"/>
          </ac:grpSpMkLst>
        </pc:grpChg>
        <pc:grpChg chg="mod">
          <ac:chgData name="milena randu" userId="e051d298234cfa92" providerId="LiveId" clId="{B4667BA3-0252-4B0F-8988-0C4F4E1AC2AD}" dt="2025-10-10T13:07:14.707" v="111"/>
          <ac:grpSpMkLst>
            <pc:docMk/>
            <pc:sldMk cId="1349012140" sldId="260"/>
            <ac:grpSpMk id="11" creationId="{DBBE44D8-577C-B8C7-32B8-E5F1570B06B5}"/>
          </ac:grpSpMkLst>
        </pc:grpChg>
        <pc:grpChg chg="mod">
          <ac:chgData name="milena randu" userId="e051d298234cfa92" providerId="LiveId" clId="{B4667BA3-0252-4B0F-8988-0C4F4E1AC2AD}" dt="2025-10-10T13:07:14.707" v="111"/>
          <ac:grpSpMkLst>
            <pc:docMk/>
            <pc:sldMk cId="1349012140" sldId="260"/>
            <ac:grpSpMk id="12" creationId="{8544EF75-2AD0-6BBE-B757-9176142E805D}"/>
          </ac:grpSpMkLst>
        </pc:grpChg>
        <pc:grpChg chg="mod">
          <ac:chgData name="milena randu" userId="e051d298234cfa92" providerId="LiveId" clId="{B4667BA3-0252-4B0F-8988-0C4F4E1AC2AD}" dt="2025-10-10T13:07:14.707" v="111"/>
          <ac:grpSpMkLst>
            <pc:docMk/>
            <pc:sldMk cId="1349012140" sldId="260"/>
            <ac:grpSpMk id="13" creationId="{72BB96AE-16D6-DE07-7A23-EE5D4533CCCF}"/>
          </ac:grpSpMkLst>
        </pc:grpChg>
        <pc:grpChg chg="mod">
          <ac:chgData name="milena randu" userId="e051d298234cfa92" providerId="LiveId" clId="{B4667BA3-0252-4B0F-8988-0C4F4E1AC2AD}" dt="2025-10-10T13:07:14.707" v="111"/>
          <ac:grpSpMkLst>
            <pc:docMk/>
            <pc:sldMk cId="1349012140" sldId="260"/>
            <ac:grpSpMk id="14" creationId="{0857CC6D-49B5-D241-2D9E-4791AD215890}"/>
          </ac:grpSpMkLst>
        </pc:grpChg>
        <pc:grpChg chg="mod">
          <ac:chgData name="milena randu" userId="e051d298234cfa92" providerId="LiveId" clId="{B4667BA3-0252-4B0F-8988-0C4F4E1AC2AD}" dt="2025-10-10T13:07:14.707" v="111"/>
          <ac:grpSpMkLst>
            <pc:docMk/>
            <pc:sldMk cId="1349012140" sldId="260"/>
            <ac:grpSpMk id="18" creationId="{4E0B4CC2-FD8B-D910-4EF0-76149FF7AC71}"/>
          </ac:grpSpMkLst>
        </pc:grpChg>
        <pc:grpChg chg="mod">
          <ac:chgData name="milena randu" userId="e051d298234cfa92" providerId="LiveId" clId="{B4667BA3-0252-4B0F-8988-0C4F4E1AC2AD}" dt="2025-10-10T13:07:14.707" v="111"/>
          <ac:grpSpMkLst>
            <pc:docMk/>
            <pc:sldMk cId="1349012140" sldId="260"/>
            <ac:grpSpMk id="22" creationId="{E5C7B4F9-0A61-8A22-ABB3-E3DBC61102F8}"/>
          </ac:grpSpMkLst>
        </pc:grpChg>
        <pc:grpChg chg="mod">
          <ac:chgData name="milena randu" userId="e051d298234cfa92" providerId="LiveId" clId="{B4667BA3-0252-4B0F-8988-0C4F4E1AC2AD}" dt="2025-10-10T13:07:14.707" v="111"/>
          <ac:grpSpMkLst>
            <pc:docMk/>
            <pc:sldMk cId="1349012140" sldId="260"/>
            <ac:grpSpMk id="26" creationId="{536BA60D-C87F-ACAA-D77B-11CEC101B285}"/>
          </ac:grpSpMkLst>
        </pc:grpChg>
        <pc:grpChg chg="mod">
          <ac:chgData name="milena randu" userId="e051d298234cfa92" providerId="LiveId" clId="{B4667BA3-0252-4B0F-8988-0C4F4E1AC2AD}" dt="2025-10-10T13:07:14.707" v="111"/>
          <ac:grpSpMkLst>
            <pc:docMk/>
            <pc:sldMk cId="1349012140" sldId="260"/>
            <ac:grpSpMk id="30" creationId="{92000BFD-905B-982E-5361-984A12D0B399}"/>
          </ac:grpSpMkLst>
        </pc:grpChg>
        <pc:grpChg chg="mod">
          <ac:chgData name="milena randu" userId="e051d298234cfa92" providerId="LiveId" clId="{B4667BA3-0252-4B0F-8988-0C4F4E1AC2AD}" dt="2025-10-10T13:07:14.707" v="111"/>
          <ac:grpSpMkLst>
            <pc:docMk/>
            <pc:sldMk cId="1349012140" sldId="260"/>
            <ac:grpSpMk id="34" creationId="{02B2F13B-384D-61C9-55A9-AB3A5F78481E}"/>
          </ac:grpSpMkLst>
        </pc:grpChg>
        <pc:grpChg chg="mod">
          <ac:chgData name="milena randu" userId="e051d298234cfa92" providerId="LiveId" clId="{B4667BA3-0252-4B0F-8988-0C4F4E1AC2AD}" dt="2025-10-10T13:07:14.707" v="111"/>
          <ac:grpSpMkLst>
            <pc:docMk/>
            <pc:sldMk cId="1349012140" sldId="260"/>
            <ac:grpSpMk id="38" creationId="{3A8DA23F-66EA-0E3E-861F-2175966FBF12}"/>
          </ac:grpSpMkLst>
        </pc:grpChg>
        <pc:grpChg chg="mod">
          <ac:chgData name="milena randu" userId="e051d298234cfa92" providerId="LiveId" clId="{B4667BA3-0252-4B0F-8988-0C4F4E1AC2AD}" dt="2025-10-10T13:07:14.707" v="111"/>
          <ac:grpSpMkLst>
            <pc:docMk/>
            <pc:sldMk cId="1349012140" sldId="260"/>
            <ac:grpSpMk id="42" creationId="{0EE06140-DD3F-87F9-1DCA-DDEBC6C78AA3}"/>
          </ac:grpSpMkLst>
        </pc:grpChg>
        <pc:grpChg chg="mod">
          <ac:chgData name="milena randu" userId="e051d298234cfa92" providerId="LiveId" clId="{B4667BA3-0252-4B0F-8988-0C4F4E1AC2AD}" dt="2025-10-10T13:07:14.707" v="111"/>
          <ac:grpSpMkLst>
            <pc:docMk/>
            <pc:sldMk cId="1349012140" sldId="260"/>
            <ac:grpSpMk id="46" creationId="{C3F6F9F4-18B8-BE2D-1C87-D43463341784}"/>
          </ac:grpSpMkLst>
        </pc:grpChg>
        <pc:grpChg chg="mod">
          <ac:chgData name="milena randu" userId="e051d298234cfa92" providerId="LiveId" clId="{B4667BA3-0252-4B0F-8988-0C4F4E1AC2AD}" dt="2025-10-10T13:07:14.707" v="111"/>
          <ac:grpSpMkLst>
            <pc:docMk/>
            <pc:sldMk cId="1349012140" sldId="260"/>
            <ac:grpSpMk id="50" creationId="{E7BBE651-8EAD-8508-7716-9CBFC28ECEE6}"/>
          </ac:grpSpMkLst>
        </pc:grpChg>
        <pc:grpChg chg="mod">
          <ac:chgData name="milena randu" userId="e051d298234cfa92" providerId="LiveId" clId="{B4667BA3-0252-4B0F-8988-0C4F4E1AC2AD}" dt="2025-10-10T13:07:14.707" v="111"/>
          <ac:grpSpMkLst>
            <pc:docMk/>
            <pc:sldMk cId="1349012140" sldId="260"/>
            <ac:grpSpMk id="54" creationId="{93665047-BD38-E8C5-55FA-9AAD57815812}"/>
          </ac:grpSpMkLst>
        </pc:grpChg>
        <pc:picChg chg="add mod ord">
          <ac:chgData name="milena randu" userId="e051d298234cfa92" providerId="LiveId" clId="{B4667BA3-0252-4B0F-8988-0C4F4E1AC2AD}" dt="2025-10-10T13:08:22.444" v="137" actId="14100"/>
          <ac:picMkLst>
            <pc:docMk/>
            <pc:sldMk cId="1349012140" sldId="260"/>
            <ac:picMk id="58" creationId="{1B0C6FE1-5C7D-50AA-394A-FFC6C100EB54}"/>
          </ac:picMkLst>
        </pc:picChg>
        <pc:picChg chg="add mod ord">
          <ac:chgData name="milena randu" userId="e051d298234cfa92" providerId="LiveId" clId="{B4667BA3-0252-4B0F-8988-0C4F4E1AC2AD}" dt="2025-10-10T13:08:06.376" v="134" actId="14100"/>
          <ac:picMkLst>
            <pc:docMk/>
            <pc:sldMk cId="1349012140" sldId="260"/>
            <ac:picMk id="59" creationId="{EC5067F3-ED35-71A1-8FF4-38DF6C9A2841}"/>
          </ac:picMkLst>
        </pc:picChg>
        <pc:picChg chg="add mod">
          <ac:chgData name="milena randu" userId="e051d298234cfa92" providerId="LiveId" clId="{B4667BA3-0252-4B0F-8988-0C4F4E1AC2AD}" dt="2025-10-10T13:10:48.829" v="170" actId="1076"/>
          <ac:picMkLst>
            <pc:docMk/>
            <pc:sldMk cId="1349012140" sldId="260"/>
            <ac:picMk id="62" creationId="{0E4702AC-EDC6-8260-A83D-315F856EFA09}"/>
          </ac:picMkLst>
        </pc:picChg>
        <pc:picChg chg="add mod">
          <ac:chgData name="milena randu" userId="e051d298234cfa92" providerId="LiveId" clId="{B4667BA3-0252-4B0F-8988-0C4F4E1AC2AD}" dt="2025-10-10T13:12:42.750" v="203" actId="1076"/>
          <ac:picMkLst>
            <pc:docMk/>
            <pc:sldMk cId="1349012140" sldId="260"/>
            <ac:picMk id="65" creationId="{2335B57F-1501-DDCA-73F6-DD377AC8890C}"/>
          </ac:picMkLst>
        </pc:picChg>
        <pc:picChg chg="add mod">
          <ac:chgData name="milena randu" userId="e051d298234cfa92" providerId="LiveId" clId="{B4667BA3-0252-4B0F-8988-0C4F4E1AC2AD}" dt="2025-10-10T13:15:14.640" v="219" actId="14100"/>
          <ac:picMkLst>
            <pc:docMk/>
            <pc:sldMk cId="1349012140" sldId="260"/>
            <ac:picMk id="67" creationId="{FD80C164-218B-283E-2E0B-C2189900DEEA}"/>
          </ac:picMkLst>
        </pc:picChg>
        <pc:picChg chg="add mod modCrop">
          <ac:chgData name="milena randu" userId="e051d298234cfa92" providerId="LiveId" clId="{B4667BA3-0252-4B0F-8988-0C4F4E1AC2AD}" dt="2025-10-10T13:15:10.720" v="218" actId="14100"/>
          <ac:picMkLst>
            <pc:docMk/>
            <pc:sldMk cId="1349012140" sldId="260"/>
            <ac:picMk id="69" creationId="{CBDD682D-6AF3-2F9C-D0D6-CF75FB956B8D}"/>
          </ac:picMkLst>
        </pc:picChg>
      </pc:sldChg>
      <pc:sldChg chg="del">
        <pc:chgData name="milena randu" userId="e051d298234cfa92" providerId="LiveId" clId="{B4667BA3-0252-4B0F-8988-0C4F4E1AC2AD}" dt="2025-10-10T13:07:18.985" v="112" actId="47"/>
        <pc:sldMkLst>
          <pc:docMk/>
          <pc:sldMk cId="1680823399" sldId="261"/>
        </pc:sldMkLst>
      </pc:sldChg>
      <pc:sldChg chg="addSp delSp modSp add mod modTransition">
        <pc:chgData name="milena randu" userId="e051d298234cfa92" providerId="LiveId" clId="{B4667BA3-0252-4B0F-8988-0C4F4E1AC2AD}" dt="2025-10-10T13:27:51.905" v="417"/>
        <pc:sldMkLst>
          <pc:docMk/>
          <pc:sldMk cId="3167668882" sldId="261"/>
        </pc:sldMkLst>
        <pc:spChg chg="add del mod">
          <ac:chgData name="milena randu" userId="e051d298234cfa92" providerId="LiveId" clId="{B4667BA3-0252-4B0F-8988-0C4F4E1AC2AD}" dt="2025-10-10T13:17:05.635" v="236"/>
          <ac:spMkLst>
            <pc:docMk/>
            <pc:sldMk cId="3167668882" sldId="261"/>
            <ac:spMk id="60" creationId="{9F2DE3EF-D159-1B7B-C045-4ECAF797AB90}"/>
          </ac:spMkLst>
        </pc:spChg>
        <pc:spChg chg="add">
          <ac:chgData name="milena randu" userId="e051d298234cfa92" providerId="LiveId" clId="{B4667BA3-0252-4B0F-8988-0C4F4E1AC2AD}" dt="2025-10-10T13:16:57.636" v="234"/>
          <ac:spMkLst>
            <pc:docMk/>
            <pc:sldMk cId="3167668882" sldId="261"/>
            <ac:spMk id="61" creationId="{F8271C74-1C4A-542C-FE22-599F890661EA}"/>
          </ac:spMkLst>
        </pc:spChg>
        <pc:spChg chg="add">
          <ac:chgData name="milena randu" userId="e051d298234cfa92" providerId="LiveId" clId="{B4667BA3-0252-4B0F-8988-0C4F4E1AC2AD}" dt="2025-10-10T13:16:57.636" v="234"/>
          <ac:spMkLst>
            <pc:docMk/>
            <pc:sldMk cId="3167668882" sldId="261"/>
            <ac:spMk id="62" creationId="{B2B882F1-A6F2-315F-BB8D-E68FE5010CAC}"/>
          </ac:spMkLst>
        </pc:spChg>
        <pc:spChg chg="add">
          <ac:chgData name="milena randu" userId="e051d298234cfa92" providerId="LiveId" clId="{B4667BA3-0252-4B0F-8988-0C4F4E1AC2AD}" dt="2025-10-10T13:16:57.636" v="234"/>
          <ac:spMkLst>
            <pc:docMk/>
            <pc:sldMk cId="3167668882" sldId="261"/>
            <ac:spMk id="63" creationId="{67B36456-4C8D-EBC5-9859-9A3A6C4984CA}"/>
          </ac:spMkLst>
        </pc:spChg>
        <pc:spChg chg="add">
          <ac:chgData name="milena randu" userId="e051d298234cfa92" providerId="LiveId" clId="{B4667BA3-0252-4B0F-8988-0C4F4E1AC2AD}" dt="2025-10-10T13:16:57.636" v="234"/>
          <ac:spMkLst>
            <pc:docMk/>
            <pc:sldMk cId="3167668882" sldId="261"/>
            <ac:spMk id="64" creationId="{DD5C2DA4-B476-EC5A-1449-5205449F7ABB}"/>
          </ac:spMkLst>
        </pc:spChg>
        <pc:spChg chg="add">
          <ac:chgData name="milena randu" userId="e051d298234cfa92" providerId="LiveId" clId="{B4667BA3-0252-4B0F-8988-0C4F4E1AC2AD}" dt="2025-10-10T13:16:57.636" v="234"/>
          <ac:spMkLst>
            <pc:docMk/>
            <pc:sldMk cId="3167668882" sldId="261"/>
            <ac:spMk id="65" creationId="{5F7A0D19-8512-38D9-7484-EFBA424C639C}"/>
          </ac:spMkLst>
        </pc:spChg>
        <pc:spChg chg="add mod">
          <ac:chgData name="milena randu" userId="e051d298234cfa92" providerId="LiveId" clId="{B4667BA3-0252-4B0F-8988-0C4F4E1AC2AD}" dt="2025-10-10T13:27:43.474" v="412" actId="20577"/>
          <ac:spMkLst>
            <pc:docMk/>
            <pc:sldMk cId="3167668882" sldId="261"/>
            <ac:spMk id="66" creationId="{62FCCA12-4022-3416-9904-93953207EEF8}"/>
          </ac:spMkLst>
        </pc:spChg>
        <pc:spChg chg="add del mod">
          <ac:chgData name="milena randu" userId="e051d298234cfa92" providerId="LiveId" clId="{B4667BA3-0252-4B0F-8988-0C4F4E1AC2AD}" dt="2025-10-10T13:23:15.423" v="321" actId="478"/>
          <ac:spMkLst>
            <pc:docMk/>
            <pc:sldMk cId="3167668882" sldId="261"/>
            <ac:spMk id="68" creationId="{85A68D29-57BF-5B3A-9334-E77973E1B5A1}"/>
          </ac:spMkLst>
        </pc:spChg>
        <pc:spChg chg="add">
          <ac:chgData name="milena randu" userId="e051d298234cfa92" providerId="LiveId" clId="{B4667BA3-0252-4B0F-8988-0C4F4E1AC2AD}" dt="2025-10-10T13:23:01.223" v="319"/>
          <ac:spMkLst>
            <pc:docMk/>
            <pc:sldMk cId="3167668882" sldId="261"/>
            <ac:spMk id="69" creationId="{18A2F225-AD1D-4E03-8B45-23724C8C1FB6}"/>
          </ac:spMkLst>
        </pc:spChg>
        <pc:spChg chg="add">
          <ac:chgData name="milena randu" userId="e051d298234cfa92" providerId="LiveId" clId="{B4667BA3-0252-4B0F-8988-0C4F4E1AC2AD}" dt="2025-10-10T13:23:01.223" v="319"/>
          <ac:spMkLst>
            <pc:docMk/>
            <pc:sldMk cId="3167668882" sldId="261"/>
            <ac:spMk id="70" creationId="{B19E81A2-8C06-E93C-C787-F4BAB722BDD6}"/>
          </ac:spMkLst>
        </pc:spChg>
        <pc:spChg chg="add">
          <ac:chgData name="milena randu" userId="e051d298234cfa92" providerId="LiveId" clId="{B4667BA3-0252-4B0F-8988-0C4F4E1AC2AD}" dt="2025-10-10T13:23:01.223" v="319"/>
          <ac:spMkLst>
            <pc:docMk/>
            <pc:sldMk cId="3167668882" sldId="261"/>
            <ac:spMk id="71" creationId="{0E6215AC-643A-1BF7-9F63-857D4C96964A}"/>
          </ac:spMkLst>
        </pc:spChg>
        <pc:spChg chg="add mod">
          <ac:chgData name="milena randu" userId="e051d298234cfa92" providerId="LiveId" clId="{B4667BA3-0252-4B0F-8988-0C4F4E1AC2AD}" dt="2025-10-10T13:27:51.905" v="417"/>
          <ac:spMkLst>
            <pc:docMk/>
            <pc:sldMk cId="3167668882" sldId="261"/>
            <ac:spMk id="72" creationId="{BCBEF198-4B70-1971-8251-397F97447F8D}"/>
          </ac:spMkLst>
        </pc:spChg>
        <pc:picChg chg="add mod ord">
          <ac:chgData name="milena randu" userId="e051d298234cfa92" providerId="LiveId" clId="{B4667BA3-0252-4B0F-8988-0C4F4E1AC2AD}" dt="2025-10-10T13:16:25.533" v="228" actId="14100"/>
          <ac:picMkLst>
            <pc:docMk/>
            <pc:sldMk cId="3167668882" sldId="261"/>
            <ac:picMk id="58" creationId="{7A3A61E2-163B-AA78-A088-448EB30873AB}"/>
          </ac:picMkLst>
        </pc:picChg>
        <pc:picChg chg="add mod ord">
          <ac:chgData name="milena randu" userId="e051d298234cfa92" providerId="LiveId" clId="{B4667BA3-0252-4B0F-8988-0C4F4E1AC2AD}" dt="2025-10-10T13:26:00.909" v="380" actId="1076"/>
          <ac:picMkLst>
            <pc:docMk/>
            <pc:sldMk cId="3167668882" sldId="261"/>
            <ac:picMk id="59" creationId="{1DA06929-D471-8935-492C-107777D00648}"/>
          </ac:picMkLst>
        </pc:picChg>
        <pc:picChg chg="add mod">
          <ac:chgData name="milena randu" userId="e051d298234cfa92" providerId="LiveId" clId="{B4667BA3-0252-4B0F-8988-0C4F4E1AC2AD}" dt="2025-10-10T13:21:09.868" v="314" actId="1076"/>
          <ac:picMkLst>
            <pc:docMk/>
            <pc:sldMk cId="3167668882" sldId="261"/>
            <ac:picMk id="67" creationId="{E2A4B733-44BA-CDB6-49C9-2FCDBB5C003B}"/>
          </ac:picMkLst>
        </pc:picChg>
        <pc:picChg chg="add mod modCrop">
          <ac:chgData name="milena randu" userId="e051d298234cfa92" providerId="LiveId" clId="{B4667BA3-0252-4B0F-8988-0C4F4E1AC2AD}" dt="2025-10-10T13:26:54.478" v="399" actId="1076"/>
          <ac:picMkLst>
            <pc:docMk/>
            <pc:sldMk cId="3167668882" sldId="261"/>
            <ac:picMk id="74" creationId="{4A6B4539-1093-B9D8-F44A-11A7A0D333FF}"/>
          </ac:picMkLst>
        </pc:picChg>
        <pc:picChg chg="add mod">
          <ac:chgData name="milena randu" userId="e051d298234cfa92" providerId="LiveId" clId="{B4667BA3-0252-4B0F-8988-0C4F4E1AC2AD}" dt="2025-10-10T13:26:57.364" v="400" actId="1076"/>
          <ac:picMkLst>
            <pc:docMk/>
            <pc:sldMk cId="3167668882" sldId="261"/>
            <ac:picMk id="76" creationId="{D8A3ACF4-18AF-4BD7-6F84-A19FEA6E2DBD}"/>
          </ac:picMkLst>
        </pc:picChg>
      </pc:sldChg>
      <pc:sldChg chg="del">
        <pc:chgData name="milena randu" userId="e051d298234cfa92" providerId="LiveId" clId="{B4667BA3-0252-4B0F-8988-0C4F4E1AC2AD}" dt="2025-10-10T13:07:19.418" v="113" actId="47"/>
        <pc:sldMkLst>
          <pc:docMk/>
          <pc:sldMk cId="3452088600" sldId="262"/>
        </pc:sldMkLst>
      </pc:sldChg>
      <pc:sldChg chg="addSp modSp add mod modTransition">
        <pc:chgData name="milena randu" userId="e051d298234cfa92" providerId="LiveId" clId="{B4667BA3-0252-4B0F-8988-0C4F4E1AC2AD}" dt="2025-10-11T20:57:44.814" v="761"/>
        <pc:sldMkLst>
          <pc:docMk/>
          <pc:sldMk cId="3887817332" sldId="262"/>
        </pc:sldMkLst>
        <pc:spChg chg="add mod">
          <ac:chgData name="milena randu" userId="e051d298234cfa92" providerId="LiveId" clId="{B4667BA3-0252-4B0F-8988-0C4F4E1AC2AD}" dt="2025-10-10T13:31:51.126" v="479" actId="1076"/>
          <ac:spMkLst>
            <pc:docMk/>
            <pc:sldMk cId="3887817332" sldId="262"/>
            <ac:spMk id="60" creationId="{2E1DCB5C-26C5-7DF9-BFA4-CF8B0E8474C2}"/>
          </ac:spMkLst>
        </pc:spChg>
        <pc:spChg chg="add mod">
          <ac:chgData name="milena randu" userId="e051d298234cfa92" providerId="LiveId" clId="{B4667BA3-0252-4B0F-8988-0C4F4E1AC2AD}" dt="2025-10-10T13:34:24.080" v="521" actId="2711"/>
          <ac:spMkLst>
            <pc:docMk/>
            <pc:sldMk cId="3887817332" sldId="262"/>
            <ac:spMk id="61" creationId="{77CF2AA0-2ECD-09EE-2AB2-A7CA2A0A759C}"/>
          </ac:spMkLst>
        </pc:spChg>
        <pc:picChg chg="add mod ord">
          <ac:chgData name="milena randu" userId="e051d298234cfa92" providerId="LiveId" clId="{B4667BA3-0252-4B0F-8988-0C4F4E1AC2AD}" dt="2025-10-10T13:28:43.515" v="428" actId="14100"/>
          <ac:picMkLst>
            <pc:docMk/>
            <pc:sldMk cId="3887817332" sldId="262"/>
            <ac:picMk id="58" creationId="{E5DC718F-DA41-F71D-00C8-834E3DB609EF}"/>
          </ac:picMkLst>
        </pc:picChg>
        <pc:picChg chg="add mod ord">
          <ac:chgData name="milena randu" userId="e051d298234cfa92" providerId="LiveId" clId="{B4667BA3-0252-4B0F-8988-0C4F4E1AC2AD}" dt="2025-10-10T13:28:35.292" v="426" actId="14100"/>
          <ac:picMkLst>
            <pc:docMk/>
            <pc:sldMk cId="3887817332" sldId="262"/>
            <ac:picMk id="59" creationId="{BDB9CE7C-2CEB-1D6B-319B-806D8169BFBE}"/>
          </ac:picMkLst>
        </pc:picChg>
      </pc:sldChg>
      <pc:sldChg chg="del">
        <pc:chgData name="milena randu" userId="e051d298234cfa92" providerId="LiveId" clId="{B4667BA3-0252-4B0F-8988-0C4F4E1AC2AD}" dt="2025-10-10T13:07:19.899" v="114" actId="47"/>
        <pc:sldMkLst>
          <pc:docMk/>
          <pc:sldMk cId="1627664901" sldId="263"/>
        </pc:sldMkLst>
      </pc:sldChg>
      <pc:sldChg chg="addSp modSp add mod modTransition">
        <pc:chgData name="milena randu" userId="e051d298234cfa92" providerId="LiveId" clId="{B4667BA3-0252-4B0F-8988-0C4F4E1AC2AD}" dt="2025-10-10T13:44:07.777" v="640" actId="1076"/>
        <pc:sldMkLst>
          <pc:docMk/>
          <pc:sldMk cId="3852903753" sldId="263"/>
        </pc:sldMkLst>
        <pc:spChg chg="add mod">
          <ac:chgData name="milena randu" userId="e051d298234cfa92" providerId="LiveId" clId="{B4667BA3-0252-4B0F-8988-0C4F4E1AC2AD}" dt="2025-10-10T13:39:00.606" v="582" actId="12"/>
          <ac:spMkLst>
            <pc:docMk/>
            <pc:sldMk cId="3852903753" sldId="263"/>
            <ac:spMk id="60" creationId="{CEEEB774-F200-1C0D-70D4-8D0E07A1E41D}"/>
          </ac:spMkLst>
        </pc:spChg>
        <pc:spChg chg="add mod">
          <ac:chgData name="milena randu" userId="e051d298234cfa92" providerId="LiveId" clId="{B4667BA3-0252-4B0F-8988-0C4F4E1AC2AD}" dt="2025-10-10T13:42:42.769" v="627"/>
          <ac:spMkLst>
            <pc:docMk/>
            <pc:sldMk cId="3852903753" sldId="263"/>
            <ac:spMk id="61" creationId="{675733AE-E5C9-3B06-33DA-442854BAC53C}"/>
          </ac:spMkLst>
        </pc:spChg>
        <pc:spChg chg="add">
          <ac:chgData name="milena randu" userId="e051d298234cfa92" providerId="LiveId" clId="{B4667BA3-0252-4B0F-8988-0C4F4E1AC2AD}" dt="2025-10-10T13:40:19.861" v="584"/>
          <ac:spMkLst>
            <pc:docMk/>
            <pc:sldMk cId="3852903753" sldId="263"/>
            <ac:spMk id="62" creationId="{525AF23B-7D82-30B0-C7F6-9B3A5130EF1D}"/>
          </ac:spMkLst>
        </pc:spChg>
        <pc:spChg chg="add">
          <ac:chgData name="milena randu" userId="e051d298234cfa92" providerId="LiveId" clId="{B4667BA3-0252-4B0F-8988-0C4F4E1AC2AD}" dt="2025-10-10T13:40:19.861" v="584"/>
          <ac:spMkLst>
            <pc:docMk/>
            <pc:sldMk cId="3852903753" sldId="263"/>
            <ac:spMk id="63" creationId="{DDFD71F7-0AA4-A8D2-782C-F7DCF0C91B3B}"/>
          </ac:spMkLst>
        </pc:spChg>
        <pc:spChg chg="add">
          <ac:chgData name="milena randu" userId="e051d298234cfa92" providerId="LiveId" clId="{B4667BA3-0252-4B0F-8988-0C4F4E1AC2AD}" dt="2025-10-10T13:40:19.861" v="584"/>
          <ac:spMkLst>
            <pc:docMk/>
            <pc:sldMk cId="3852903753" sldId="263"/>
            <ac:spMk id="64" creationId="{A317BD02-BBCE-CF04-AB2F-1DC4F2D8DDDD}"/>
          </ac:spMkLst>
        </pc:spChg>
        <pc:spChg chg="add mod">
          <ac:chgData name="milena randu" userId="e051d298234cfa92" providerId="LiveId" clId="{B4667BA3-0252-4B0F-8988-0C4F4E1AC2AD}" dt="2025-10-10T13:44:05.093" v="638" actId="14100"/>
          <ac:spMkLst>
            <pc:docMk/>
            <pc:sldMk cId="3852903753" sldId="263"/>
            <ac:spMk id="65" creationId="{F14FCBDC-1309-3DF4-1B3E-3F052AE240AB}"/>
          </ac:spMkLst>
        </pc:spChg>
        <pc:picChg chg="add mod ord">
          <ac:chgData name="milena randu" userId="e051d298234cfa92" providerId="LiveId" clId="{B4667BA3-0252-4B0F-8988-0C4F4E1AC2AD}" dt="2025-10-10T13:36:12.127" v="549" actId="14100"/>
          <ac:picMkLst>
            <pc:docMk/>
            <pc:sldMk cId="3852903753" sldId="263"/>
            <ac:picMk id="58" creationId="{7291F7D6-A5FD-C8BF-0B03-43BDBC7D98A8}"/>
          </ac:picMkLst>
        </pc:picChg>
        <pc:picChg chg="add mod ord">
          <ac:chgData name="milena randu" userId="e051d298234cfa92" providerId="LiveId" clId="{B4667BA3-0252-4B0F-8988-0C4F4E1AC2AD}" dt="2025-10-10T13:44:07.777" v="640" actId="1076"/>
          <ac:picMkLst>
            <pc:docMk/>
            <pc:sldMk cId="3852903753" sldId="263"/>
            <ac:picMk id="59" creationId="{7FB54955-BE91-3BBA-5762-56DFE39A31E0}"/>
          </ac:picMkLst>
        </pc:picChg>
      </pc:sldChg>
      <pc:sldChg chg="del">
        <pc:chgData name="milena randu" userId="e051d298234cfa92" providerId="LiveId" clId="{B4667BA3-0252-4B0F-8988-0C4F4E1AC2AD}" dt="2025-10-10T13:07:20.365" v="115" actId="47"/>
        <pc:sldMkLst>
          <pc:docMk/>
          <pc:sldMk cId="354499210" sldId="264"/>
        </pc:sldMkLst>
      </pc:sldChg>
      <pc:sldChg chg="addSp modSp add mod modTransition">
        <pc:chgData name="milena randu" userId="e051d298234cfa92" providerId="LiveId" clId="{B4667BA3-0252-4B0F-8988-0C4F4E1AC2AD}" dt="2025-10-11T20:57:35.311" v="760"/>
        <pc:sldMkLst>
          <pc:docMk/>
          <pc:sldMk cId="3571811871" sldId="264"/>
        </pc:sldMkLst>
        <pc:spChg chg="add mod">
          <ac:chgData name="milena randu" userId="e051d298234cfa92" providerId="LiveId" clId="{B4667BA3-0252-4B0F-8988-0C4F4E1AC2AD}" dt="2025-10-10T13:47:44.032" v="695" actId="20577"/>
          <ac:spMkLst>
            <pc:docMk/>
            <pc:sldMk cId="3571811871" sldId="264"/>
            <ac:spMk id="60" creationId="{8F7405BC-CF13-10D6-012E-55445E2D1D79}"/>
          </ac:spMkLst>
        </pc:spChg>
        <pc:spChg chg="add mod">
          <ac:chgData name="milena randu" userId="e051d298234cfa92" providerId="LiveId" clId="{B4667BA3-0252-4B0F-8988-0C4F4E1AC2AD}" dt="2025-10-10T13:53:27.884" v="744"/>
          <ac:spMkLst>
            <pc:docMk/>
            <pc:sldMk cId="3571811871" sldId="264"/>
            <ac:spMk id="61" creationId="{6AD4D98B-9A58-4E9A-5EEE-A77E1560B3EF}"/>
          </ac:spMkLst>
        </pc:spChg>
        <pc:spChg chg="add">
          <ac:chgData name="milena randu" userId="e051d298234cfa92" providerId="LiveId" clId="{B4667BA3-0252-4B0F-8988-0C4F4E1AC2AD}" dt="2025-10-10T13:48:07.786" v="697"/>
          <ac:spMkLst>
            <pc:docMk/>
            <pc:sldMk cId="3571811871" sldId="264"/>
            <ac:spMk id="62" creationId="{059D8C7A-636D-EFDC-A400-1E1585A50A92}"/>
          </ac:spMkLst>
        </pc:spChg>
        <pc:picChg chg="add mod ord">
          <ac:chgData name="milena randu" userId="e051d298234cfa92" providerId="LiveId" clId="{B4667BA3-0252-4B0F-8988-0C4F4E1AC2AD}" dt="2025-10-10T13:44:51.156" v="644" actId="167"/>
          <ac:picMkLst>
            <pc:docMk/>
            <pc:sldMk cId="3571811871" sldId="264"/>
            <ac:picMk id="58" creationId="{F6AD6516-4520-FD7C-4D07-6921407AF3D2}"/>
          </ac:picMkLst>
        </pc:picChg>
        <pc:picChg chg="add mod ord">
          <ac:chgData name="milena randu" userId="e051d298234cfa92" providerId="LiveId" clId="{B4667BA3-0252-4B0F-8988-0C4F4E1AC2AD}" dt="2025-10-10T13:44:57.800" v="647" actId="167"/>
          <ac:picMkLst>
            <pc:docMk/>
            <pc:sldMk cId="3571811871" sldId="264"/>
            <ac:picMk id="59" creationId="{FC80CE46-024F-B32A-267F-6BEE2EBC9CCB}"/>
          </ac:picMkLst>
        </pc:picChg>
        <pc:picChg chg="add mod modCrop">
          <ac:chgData name="milena randu" userId="e051d298234cfa92" providerId="LiveId" clId="{B4667BA3-0252-4B0F-8988-0C4F4E1AC2AD}" dt="2025-10-10T13:54:36.015" v="753" actId="1076"/>
          <ac:picMkLst>
            <pc:docMk/>
            <pc:sldMk cId="3571811871" sldId="264"/>
            <ac:picMk id="64" creationId="{7ADD5598-E7E9-5C0E-27F5-677C8B379932}"/>
          </ac:picMkLst>
        </pc:picChg>
        <pc:picChg chg="add mod modCrop">
          <ac:chgData name="milena randu" userId="e051d298234cfa92" providerId="LiveId" clId="{B4667BA3-0252-4B0F-8988-0C4F4E1AC2AD}" dt="2025-10-10T13:54:39.140" v="755" actId="1076"/>
          <ac:picMkLst>
            <pc:docMk/>
            <pc:sldMk cId="3571811871" sldId="264"/>
            <ac:picMk id="65" creationId="{15A99E3C-96CC-16B2-8FE2-9FE2325063AF}"/>
          </ac:picMkLst>
        </pc:picChg>
      </pc:sldChg>
      <pc:sldChg chg="addSp delSp modSp add mod modTransition">
        <pc:chgData name="milena randu" userId="e051d298234cfa92" providerId="LiveId" clId="{B4667BA3-0252-4B0F-8988-0C4F4E1AC2AD}" dt="2025-10-11T21:14:28.590" v="981"/>
        <pc:sldMkLst>
          <pc:docMk/>
          <pc:sldMk cId="171054380" sldId="265"/>
        </pc:sldMkLst>
        <pc:spChg chg="add mod">
          <ac:chgData name="milena randu" userId="e051d298234cfa92" providerId="LiveId" clId="{B4667BA3-0252-4B0F-8988-0C4F4E1AC2AD}" dt="2025-10-11T21:07:46.314" v="884" actId="403"/>
          <ac:spMkLst>
            <pc:docMk/>
            <pc:sldMk cId="171054380" sldId="265"/>
            <ac:spMk id="61" creationId="{3FBE8541-012C-470E-44E3-C463ABE317AE}"/>
          </ac:spMkLst>
        </pc:spChg>
        <pc:spChg chg="add">
          <ac:chgData name="milena randu" userId="e051d298234cfa92" providerId="LiveId" clId="{B4667BA3-0252-4B0F-8988-0C4F4E1AC2AD}" dt="2025-10-11T21:05:07.288" v="838"/>
          <ac:spMkLst>
            <pc:docMk/>
            <pc:sldMk cId="171054380" sldId="265"/>
            <ac:spMk id="62" creationId="{DF8D98A8-D6F2-C635-2A70-B096CE8C6845}"/>
          </ac:spMkLst>
        </pc:spChg>
        <pc:spChg chg="add mod">
          <ac:chgData name="milena randu" userId="e051d298234cfa92" providerId="LiveId" clId="{B4667BA3-0252-4B0F-8988-0C4F4E1AC2AD}" dt="2025-10-11T21:08:45.757" v="899" actId="1076"/>
          <ac:spMkLst>
            <pc:docMk/>
            <pc:sldMk cId="171054380" sldId="265"/>
            <ac:spMk id="63" creationId="{5E9A1B88-B2AC-3986-6A2C-7F3A5B85119A}"/>
          </ac:spMkLst>
        </pc:spChg>
        <pc:spChg chg="add mod">
          <ac:chgData name="milena randu" userId="e051d298234cfa92" providerId="LiveId" clId="{B4667BA3-0252-4B0F-8988-0C4F4E1AC2AD}" dt="2025-10-11T21:11:56.189" v="936" actId="1076"/>
          <ac:spMkLst>
            <pc:docMk/>
            <pc:sldMk cId="171054380" sldId="265"/>
            <ac:spMk id="1024" creationId="{8638EECD-1C72-08A5-A658-43BF92A712EF}"/>
          </ac:spMkLst>
        </pc:spChg>
        <pc:spChg chg="add mod">
          <ac:chgData name="milena randu" userId="e051d298234cfa92" providerId="LiveId" clId="{B4667BA3-0252-4B0F-8988-0C4F4E1AC2AD}" dt="2025-10-11T21:12:43.905" v="966" actId="20577"/>
          <ac:spMkLst>
            <pc:docMk/>
            <pc:sldMk cId="171054380" sldId="265"/>
            <ac:spMk id="1029" creationId="{DE8BF1FA-125A-D3FF-2219-1961759E629B}"/>
          </ac:spMkLst>
        </pc:spChg>
        <pc:spChg chg="add mod">
          <ac:chgData name="milena randu" userId="e051d298234cfa92" providerId="LiveId" clId="{B4667BA3-0252-4B0F-8988-0C4F4E1AC2AD}" dt="2025-10-11T21:13:37.486" v="980" actId="403"/>
          <ac:spMkLst>
            <pc:docMk/>
            <pc:sldMk cId="171054380" sldId="265"/>
            <ac:spMk id="1030" creationId="{B847BA6C-0BA3-D674-D723-DC5FE4DC30DB}"/>
          </ac:spMkLst>
        </pc:spChg>
        <pc:picChg chg="add mod">
          <ac:chgData name="milena randu" userId="e051d298234cfa92" providerId="LiveId" clId="{B4667BA3-0252-4B0F-8988-0C4F4E1AC2AD}" dt="2025-10-11T21:11:25.254" v="924"/>
          <ac:picMkLst>
            <pc:docMk/>
            <pc:sldMk cId="171054380" sldId="265"/>
            <ac:picMk id="58" creationId="{37C180A3-304D-5820-3BF3-11170990FF1D}"/>
          </ac:picMkLst>
        </pc:picChg>
        <pc:picChg chg="add mod">
          <ac:chgData name="milena randu" userId="e051d298234cfa92" providerId="LiveId" clId="{B4667BA3-0252-4B0F-8988-0C4F4E1AC2AD}" dt="2025-10-11T21:04:42.380" v="836" actId="1076"/>
          <ac:picMkLst>
            <pc:docMk/>
            <pc:sldMk cId="171054380" sldId="265"/>
            <ac:picMk id="60" creationId="{06186180-9C8D-5762-9D0B-A09CE3184E94}"/>
          </ac:picMkLst>
        </pc:picChg>
        <pc:picChg chg="add del mod">
          <ac:chgData name="milena randu" userId="e051d298234cfa92" providerId="LiveId" clId="{B4667BA3-0252-4B0F-8988-0C4F4E1AC2AD}" dt="2025-10-11T21:01:40.622" v="786" actId="478"/>
          <ac:picMkLst>
            <pc:docMk/>
            <pc:sldMk cId="171054380" sldId="265"/>
            <ac:picMk id="1026" creationId="{EBD92067-6F64-0896-F61C-95F943C2A3FB}"/>
          </ac:picMkLst>
        </pc:picChg>
        <pc:picChg chg="add mod">
          <ac:chgData name="milena randu" userId="e051d298234cfa92" providerId="LiveId" clId="{B4667BA3-0252-4B0F-8988-0C4F4E1AC2AD}" dt="2025-10-11T21:11:57.690" v="937" actId="1076"/>
          <ac:picMkLst>
            <pc:docMk/>
            <pc:sldMk cId="171054380" sldId="265"/>
            <ac:picMk id="1027" creationId="{9A2CFEAA-BF1E-C30E-ED7B-F8C8A98DF3A7}"/>
          </ac:picMkLst>
        </pc:picChg>
        <pc:picChg chg="add mod">
          <ac:chgData name="milena randu" userId="e051d298234cfa92" providerId="LiveId" clId="{B4667BA3-0252-4B0F-8988-0C4F4E1AC2AD}" dt="2025-10-11T21:08:40.077" v="898"/>
          <ac:picMkLst>
            <pc:docMk/>
            <pc:sldMk cId="171054380" sldId="265"/>
            <ac:picMk id="1028" creationId="{46F9673F-7E57-A771-192E-5E15B3FBBC9A}"/>
          </ac:picMkLst>
        </pc:picChg>
      </pc:sldChg>
      <pc:sldChg chg="del">
        <pc:chgData name="milena randu" userId="e051d298234cfa92" providerId="LiveId" clId="{B4667BA3-0252-4B0F-8988-0C4F4E1AC2AD}" dt="2025-10-10T13:07:20.974" v="116" actId="47"/>
        <pc:sldMkLst>
          <pc:docMk/>
          <pc:sldMk cId="2720614645" sldId="265"/>
        </pc:sldMkLst>
      </pc:sldChg>
      <pc:sldChg chg="addSp modSp add mod modTransition">
        <pc:chgData name="milena randu" userId="e051d298234cfa92" providerId="LiveId" clId="{B4667BA3-0252-4B0F-8988-0C4F4E1AC2AD}" dt="2025-10-11T21:29:02.316" v="1192"/>
        <pc:sldMkLst>
          <pc:docMk/>
          <pc:sldMk cId="1842157080" sldId="266"/>
        </pc:sldMkLst>
        <pc:spChg chg="add mod">
          <ac:chgData name="milena randu" userId="e051d298234cfa92" providerId="LiveId" clId="{B4667BA3-0252-4B0F-8988-0C4F4E1AC2AD}" dt="2025-10-11T21:18:29.567" v="1040" actId="14100"/>
          <ac:spMkLst>
            <pc:docMk/>
            <pc:sldMk cId="1842157080" sldId="266"/>
            <ac:spMk id="60" creationId="{A3109928-2385-0719-9089-CEBDC6A9CB02}"/>
          </ac:spMkLst>
        </pc:spChg>
        <pc:spChg chg="add mod">
          <ac:chgData name="milena randu" userId="e051d298234cfa92" providerId="LiveId" clId="{B4667BA3-0252-4B0F-8988-0C4F4E1AC2AD}" dt="2025-10-11T21:21:40.701" v="1088" actId="1076"/>
          <ac:spMkLst>
            <pc:docMk/>
            <pc:sldMk cId="1842157080" sldId="266"/>
            <ac:spMk id="61" creationId="{CEC5F6E4-F647-6DEE-F272-959D5F3C985B}"/>
          </ac:spMkLst>
        </pc:spChg>
        <pc:picChg chg="add mod ord modCrop">
          <ac:chgData name="milena randu" userId="e051d298234cfa92" providerId="LiveId" clId="{B4667BA3-0252-4B0F-8988-0C4F4E1AC2AD}" dt="2025-10-11T21:15:49.368" v="993" actId="167"/>
          <ac:picMkLst>
            <pc:docMk/>
            <pc:sldMk cId="1842157080" sldId="266"/>
            <ac:picMk id="58" creationId="{B2BA1F39-1861-AD11-E2F7-42827CB18120}"/>
          </ac:picMkLst>
        </pc:picChg>
        <pc:picChg chg="add mod ord">
          <ac:chgData name="milena randu" userId="e051d298234cfa92" providerId="LiveId" clId="{B4667BA3-0252-4B0F-8988-0C4F4E1AC2AD}" dt="2025-10-11T21:15:55.815" v="996" actId="167"/>
          <ac:picMkLst>
            <pc:docMk/>
            <pc:sldMk cId="1842157080" sldId="266"/>
            <ac:picMk id="59" creationId="{617364D5-952F-0645-7DDA-2D140A8A69A0}"/>
          </ac:picMkLst>
        </pc:picChg>
      </pc:sldChg>
      <pc:sldChg chg="addSp modSp add mod">
        <pc:chgData name="milena randu" userId="e051d298234cfa92" providerId="LiveId" clId="{B4667BA3-0252-4B0F-8988-0C4F4E1AC2AD}" dt="2025-10-11T21:28:46.363" v="1189" actId="20577"/>
        <pc:sldMkLst>
          <pc:docMk/>
          <pc:sldMk cId="2460532921" sldId="267"/>
        </pc:sldMkLst>
        <pc:spChg chg="add mod">
          <ac:chgData name="milena randu" userId="e051d298234cfa92" providerId="LiveId" clId="{B4667BA3-0252-4B0F-8988-0C4F4E1AC2AD}" dt="2025-10-11T21:26:55.040" v="1167" actId="1076"/>
          <ac:spMkLst>
            <pc:docMk/>
            <pc:sldMk cId="2460532921" sldId="267"/>
            <ac:spMk id="60" creationId="{A3E43D45-0F12-6BB0-E9CB-312C7159A591}"/>
          </ac:spMkLst>
        </pc:spChg>
        <pc:spChg chg="add mod">
          <ac:chgData name="milena randu" userId="e051d298234cfa92" providerId="LiveId" clId="{B4667BA3-0252-4B0F-8988-0C4F4E1AC2AD}" dt="2025-10-11T21:28:46.363" v="1189" actId="20577"/>
          <ac:spMkLst>
            <pc:docMk/>
            <pc:sldMk cId="2460532921" sldId="267"/>
            <ac:spMk id="61" creationId="{546F97FD-A017-8251-5871-BF7A4A7FEE1B}"/>
          </ac:spMkLst>
        </pc:spChg>
        <pc:picChg chg="add mod ord">
          <ac:chgData name="milena randu" userId="e051d298234cfa92" providerId="LiveId" clId="{B4667BA3-0252-4B0F-8988-0C4F4E1AC2AD}" dt="2025-10-11T21:22:56.202" v="1093" actId="167"/>
          <ac:picMkLst>
            <pc:docMk/>
            <pc:sldMk cId="2460532921" sldId="267"/>
            <ac:picMk id="58" creationId="{48FA64CC-C00D-F187-A445-9F8651884C6F}"/>
          </ac:picMkLst>
        </pc:picChg>
        <pc:picChg chg="add mod ord">
          <ac:chgData name="milena randu" userId="e051d298234cfa92" providerId="LiveId" clId="{B4667BA3-0252-4B0F-8988-0C4F4E1AC2AD}" dt="2025-10-11T21:23:02.961" v="1096" actId="167"/>
          <ac:picMkLst>
            <pc:docMk/>
            <pc:sldMk cId="2460532921" sldId="267"/>
            <ac:picMk id="59" creationId="{37616642-C86A-84D6-FD1E-23A6B802753C}"/>
          </ac:picMkLst>
        </pc:picChg>
        <pc:picChg chg="add mod">
          <ac:chgData name="milena randu" userId="e051d298234cfa92" providerId="LiveId" clId="{B4667BA3-0252-4B0F-8988-0C4F4E1AC2AD}" dt="2025-10-11T21:28:30.376" v="1181" actId="1076"/>
          <ac:picMkLst>
            <pc:docMk/>
            <pc:sldMk cId="2460532921" sldId="267"/>
            <ac:picMk id="63" creationId="{026DB063-A8CE-A834-9E1D-072C5BB68ADD}"/>
          </ac:picMkLst>
        </pc:picChg>
      </pc:sldChg>
      <pc:sldChg chg="add del">
        <pc:chgData name="milena randu" userId="e051d298234cfa92" providerId="LiveId" clId="{B4667BA3-0252-4B0F-8988-0C4F4E1AC2AD}" dt="2025-10-11T21:28:51.751" v="1190" actId="47"/>
        <pc:sldMkLst>
          <pc:docMk/>
          <pc:sldMk cId="563574415" sldId="268"/>
        </pc:sldMkLst>
      </pc:sldChg>
      <pc:sldChg chg="add modTransition">
        <pc:chgData name="milena randu" userId="e051d298234cfa92" providerId="LiveId" clId="{B4667BA3-0252-4B0F-8988-0C4F4E1AC2AD}" dt="2025-10-11T21:28:56.974" v="1191"/>
        <pc:sldMkLst>
          <pc:docMk/>
          <pc:sldMk cId="2736182057" sldId="269"/>
        </pc:sldMkLst>
      </pc:sldChg>
      <pc:sldChg chg="addSp modSp add mod ord modTransition">
        <pc:chgData name="milena randu" userId="e051d298234cfa92" providerId="LiveId" clId="{B4667BA3-0252-4B0F-8988-0C4F4E1AC2AD}" dt="2025-10-11T21:34:42.901" v="1336" actId="1037"/>
        <pc:sldMkLst>
          <pc:docMk/>
          <pc:sldMk cId="3121897857" sldId="270"/>
        </pc:sldMkLst>
        <pc:spChg chg="add mod ord">
          <ac:chgData name="milena randu" userId="e051d298234cfa92" providerId="LiveId" clId="{B4667BA3-0252-4B0F-8988-0C4F4E1AC2AD}" dt="2025-10-11T21:33:07.219" v="1211" actId="13822"/>
          <ac:spMkLst>
            <pc:docMk/>
            <pc:sldMk cId="3121897857" sldId="270"/>
            <ac:spMk id="59" creationId="{AFD52EC0-803C-35EB-0411-33EF2E7166B1}"/>
          </ac:spMkLst>
        </pc:spChg>
        <pc:spChg chg="add mod">
          <ac:chgData name="milena randu" userId="e051d298234cfa92" providerId="LiveId" clId="{B4667BA3-0252-4B0F-8988-0C4F4E1AC2AD}" dt="2025-10-11T21:34:24.683" v="1329" actId="20577"/>
          <ac:spMkLst>
            <pc:docMk/>
            <pc:sldMk cId="3121897857" sldId="270"/>
            <ac:spMk id="60" creationId="{8B30E185-01E9-4DBB-79AE-5F50270019DE}"/>
          </ac:spMkLst>
        </pc:spChg>
        <pc:picChg chg="add mod ord modCrop">
          <ac:chgData name="milena randu" userId="e051d298234cfa92" providerId="LiveId" clId="{B4667BA3-0252-4B0F-8988-0C4F4E1AC2AD}" dt="2025-10-11T21:34:42.901" v="1336" actId="1037"/>
          <ac:picMkLst>
            <pc:docMk/>
            <pc:sldMk cId="3121897857" sldId="270"/>
            <ac:picMk id="58" creationId="{3E3CBA5D-DFF8-8300-46FF-DC85494F0F9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CC5EA-DEDC-4B3E-ACC6-F3F20AC56F53}" type="datetimeFigureOut">
              <a:rPr lang="es-PE" smtClean="0"/>
              <a:t>11/10/2025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B0F19-13B4-4135-BA1A-74F1D65997E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17635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CC5EA-DEDC-4B3E-ACC6-F3F20AC56F53}" type="datetimeFigureOut">
              <a:rPr lang="es-PE" smtClean="0"/>
              <a:t>11/10/2025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B0F19-13B4-4135-BA1A-74F1D65997E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20915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CC5EA-DEDC-4B3E-ACC6-F3F20AC56F53}" type="datetimeFigureOut">
              <a:rPr lang="es-PE" smtClean="0"/>
              <a:t>11/10/2025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B0F19-13B4-4135-BA1A-74F1D65997E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39470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CC5EA-DEDC-4B3E-ACC6-F3F20AC56F53}" type="datetimeFigureOut">
              <a:rPr lang="es-PE" smtClean="0"/>
              <a:t>11/10/2025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B0F19-13B4-4135-BA1A-74F1D65997E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38320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CC5EA-DEDC-4B3E-ACC6-F3F20AC56F53}" type="datetimeFigureOut">
              <a:rPr lang="es-PE" smtClean="0"/>
              <a:t>11/10/2025</a:t>
            </a:fld>
            <a:endParaRPr lang="es-P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B0F19-13B4-4135-BA1A-74F1D65997E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8456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CC5EA-DEDC-4B3E-ACC6-F3F20AC56F53}" type="datetimeFigureOut">
              <a:rPr lang="es-PE" smtClean="0"/>
              <a:t>11/10/2025</a:t>
            </a:fld>
            <a:endParaRPr lang="es-P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B0F19-13B4-4135-BA1A-74F1D65997E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57753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CC5EA-DEDC-4B3E-ACC6-F3F20AC56F53}" type="datetimeFigureOut">
              <a:rPr lang="es-PE" smtClean="0"/>
              <a:t>11/10/2025</a:t>
            </a:fld>
            <a:endParaRPr lang="es-P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B0F19-13B4-4135-BA1A-74F1D65997E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76921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CC5EA-DEDC-4B3E-ACC6-F3F20AC56F53}" type="datetimeFigureOut">
              <a:rPr lang="es-PE" smtClean="0"/>
              <a:t>11/10/2025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B0F19-13B4-4135-BA1A-74F1D65997E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72433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CC5EA-DEDC-4B3E-ACC6-F3F20AC56F53}" type="datetimeFigureOut">
              <a:rPr lang="es-PE" smtClean="0"/>
              <a:t>11/10/2025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B0F19-13B4-4135-BA1A-74F1D65997E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56477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CC5EA-DEDC-4B3E-ACC6-F3F20AC56F53}" type="datetimeFigureOut">
              <a:rPr lang="es-PE" smtClean="0"/>
              <a:t>11/10/2025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B0F19-13B4-4135-BA1A-74F1D65997E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38196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CC5EA-DEDC-4B3E-ACC6-F3F20AC56F53}" type="datetimeFigureOut">
              <a:rPr lang="es-PE" smtClean="0"/>
              <a:t>11/10/2025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B0F19-13B4-4135-BA1A-74F1D65997E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72277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8CC5EA-DEDC-4B3E-ACC6-F3F20AC56F53}" type="datetimeFigureOut">
              <a:rPr lang="es-PE" smtClean="0"/>
              <a:t>11/10/2025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1B0F19-13B4-4135-BA1A-74F1D65997E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54919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hdphoto" Target="../media/hdphoto5.wdp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microsoft.com/office/2007/relationships/hdphoto" Target="../media/hdphoto4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microsoft.com/office/2007/relationships/hdphoto" Target="../media/hdphoto6.wdp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ángulo 58">
            <a:extLst>
              <a:ext uri="{FF2B5EF4-FFF2-40B4-BE49-F238E27FC236}">
                <a16:creationId xmlns:a16="http://schemas.microsoft.com/office/drawing/2014/main" id="{AFD52EC0-803C-35EB-0411-33EF2E7166B1}"/>
              </a:ext>
            </a:extLst>
          </p:cNvPr>
          <p:cNvSpPr/>
          <p:nvPr/>
        </p:nvSpPr>
        <p:spPr>
          <a:xfrm>
            <a:off x="0" y="0"/>
            <a:ext cx="5962944" cy="6882693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58" name="Imagen 57">
            <a:extLst>
              <a:ext uri="{FF2B5EF4-FFF2-40B4-BE49-F238E27FC236}">
                <a16:creationId xmlns:a16="http://schemas.microsoft.com/office/drawing/2014/main" id="{3E3CBA5D-DFF8-8300-46FF-DC85494F0F9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125" b="94219" l="10000" r="90000">
                        <a14:foregroundMark x1="19219" y1="7031" x2="59375" y2="9063"/>
                        <a14:foregroundMark x1="59375" y1="9063" x2="75156" y2="8125"/>
                        <a14:foregroundMark x1="19688" y1="92344" x2="56250" y2="87500"/>
                        <a14:foregroundMark x1="56250" y1="87500" x2="77969" y2="91406"/>
                        <a14:foregroundMark x1="77969" y1="91406" x2="79063" y2="94219"/>
                      </a14:backgroundRemoval>
                    </a14:imgEffect>
                  </a14:imgLayer>
                </a14:imgProps>
              </a:ext>
            </a:extLst>
          </a:blip>
          <a:srcRect l="20714" t="6760" r="16072" b="7422"/>
          <a:stretch/>
        </p:blipFill>
        <p:spPr>
          <a:xfrm>
            <a:off x="6123993" y="-24693"/>
            <a:ext cx="6211078" cy="6882693"/>
          </a:xfrm>
          <a:prstGeom prst="rect">
            <a:avLst/>
          </a:prstGeom>
        </p:spPr>
      </p:pic>
      <p:grpSp>
        <p:nvGrpSpPr>
          <p:cNvPr id="2" name="Grupo 1">
            <a:extLst>
              <a:ext uri="{FF2B5EF4-FFF2-40B4-BE49-F238E27FC236}">
                <a16:creationId xmlns:a16="http://schemas.microsoft.com/office/drawing/2014/main" id="{5092580F-C9F3-7A31-CE06-9CDC828C12C2}"/>
              </a:ext>
            </a:extLst>
          </p:cNvPr>
          <p:cNvGrpSpPr/>
          <p:nvPr/>
        </p:nvGrpSpPr>
        <p:grpSpPr>
          <a:xfrm>
            <a:off x="5690023" y="559837"/>
            <a:ext cx="811954" cy="5975571"/>
            <a:chOff x="5629279" y="139959"/>
            <a:chExt cx="811954" cy="5975571"/>
          </a:xfrm>
        </p:grpSpPr>
        <p:grpSp>
          <p:nvGrpSpPr>
            <p:cNvPr id="3" name="Grupo 2">
              <a:extLst>
                <a:ext uri="{FF2B5EF4-FFF2-40B4-BE49-F238E27FC236}">
                  <a16:creationId xmlns:a16="http://schemas.microsoft.com/office/drawing/2014/main" id="{4B95AEA8-8337-CA57-B5D5-DDCAB173990E}"/>
                </a:ext>
              </a:extLst>
            </p:cNvPr>
            <p:cNvGrpSpPr/>
            <p:nvPr/>
          </p:nvGrpSpPr>
          <p:grpSpPr>
            <a:xfrm>
              <a:off x="5652018" y="139959"/>
              <a:ext cx="744892" cy="674136"/>
              <a:chOff x="5652018" y="139959"/>
              <a:chExt cx="744892" cy="674136"/>
            </a:xfrm>
          </p:grpSpPr>
          <p:grpSp>
            <p:nvGrpSpPr>
              <p:cNvPr id="54" name="Grupo 53">
                <a:extLst>
                  <a:ext uri="{FF2B5EF4-FFF2-40B4-BE49-F238E27FC236}">
                    <a16:creationId xmlns:a16="http://schemas.microsoft.com/office/drawing/2014/main" id="{93665047-BD38-E8C5-55FA-9AAD57815812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56" name="Elipse 55">
                  <a:extLst>
                    <a:ext uri="{FF2B5EF4-FFF2-40B4-BE49-F238E27FC236}">
                      <a16:creationId xmlns:a16="http://schemas.microsoft.com/office/drawing/2014/main" id="{62C91886-28E8-BC96-6B29-174AA9E63970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57" name="Elipse 56">
                  <a:extLst>
                    <a:ext uri="{FF2B5EF4-FFF2-40B4-BE49-F238E27FC236}">
                      <a16:creationId xmlns:a16="http://schemas.microsoft.com/office/drawing/2014/main" id="{4888716F-7004-D08A-A80F-21E3798D8A3D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55" name="Arco de bloque 54">
                <a:extLst>
                  <a:ext uri="{FF2B5EF4-FFF2-40B4-BE49-F238E27FC236}">
                    <a16:creationId xmlns:a16="http://schemas.microsoft.com/office/drawing/2014/main" id="{FB575EA3-04A9-FD3C-BC70-3DE69A49765A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" name="Grupo 3">
              <a:extLst>
                <a:ext uri="{FF2B5EF4-FFF2-40B4-BE49-F238E27FC236}">
                  <a16:creationId xmlns:a16="http://schemas.microsoft.com/office/drawing/2014/main" id="{C6718C26-251E-81D1-0E67-FFBB26BC2CFA}"/>
                </a:ext>
              </a:extLst>
            </p:cNvPr>
            <p:cNvGrpSpPr/>
            <p:nvPr/>
          </p:nvGrpSpPr>
          <p:grpSpPr>
            <a:xfrm>
              <a:off x="5674767" y="2358308"/>
              <a:ext cx="744892" cy="674136"/>
              <a:chOff x="5652018" y="139959"/>
              <a:chExt cx="744892" cy="674136"/>
            </a:xfrm>
          </p:grpSpPr>
          <p:grpSp>
            <p:nvGrpSpPr>
              <p:cNvPr id="50" name="Grupo 49">
                <a:extLst>
                  <a:ext uri="{FF2B5EF4-FFF2-40B4-BE49-F238E27FC236}">
                    <a16:creationId xmlns:a16="http://schemas.microsoft.com/office/drawing/2014/main" id="{E7BBE651-8EAD-8508-7716-9CBFC28ECEE6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52" name="Elipse 51">
                  <a:extLst>
                    <a:ext uri="{FF2B5EF4-FFF2-40B4-BE49-F238E27FC236}">
                      <a16:creationId xmlns:a16="http://schemas.microsoft.com/office/drawing/2014/main" id="{FCF6D69A-3B48-DCCD-3A93-1DCB16EADB4F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53" name="Elipse 52">
                  <a:extLst>
                    <a:ext uri="{FF2B5EF4-FFF2-40B4-BE49-F238E27FC236}">
                      <a16:creationId xmlns:a16="http://schemas.microsoft.com/office/drawing/2014/main" id="{10002A2D-2DF6-5BEA-A3F5-154009179BB1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51" name="Arco de bloque 50">
                <a:extLst>
                  <a:ext uri="{FF2B5EF4-FFF2-40B4-BE49-F238E27FC236}">
                    <a16:creationId xmlns:a16="http://schemas.microsoft.com/office/drawing/2014/main" id="{D8A32F20-042B-F576-8122-156FF5B60DC7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" name="Grupo 4">
              <a:extLst>
                <a:ext uri="{FF2B5EF4-FFF2-40B4-BE49-F238E27FC236}">
                  <a16:creationId xmlns:a16="http://schemas.microsoft.com/office/drawing/2014/main" id="{6C6C5A30-1B92-ED63-D49F-6B6905A94EBC}"/>
                </a:ext>
              </a:extLst>
            </p:cNvPr>
            <p:cNvGrpSpPr/>
            <p:nvPr/>
          </p:nvGrpSpPr>
          <p:grpSpPr>
            <a:xfrm>
              <a:off x="5650853" y="1167491"/>
              <a:ext cx="744892" cy="674136"/>
              <a:chOff x="5652018" y="139959"/>
              <a:chExt cx="744892" cy="674136"/>
            </a:xfrm>
          </p:grpSpPr>
          <p:grpSp>
            <p:nvGrpSpPr>
              <p:cNvPr id="46" name="Grupo 45">
                <a:extLst>
                  <a:ext uri="{FF2B5EF4-FFF2-40B4-BE49-F238E27FC236}">
                    <a16:creationId xmlns:a16="http://schemas.microsoft.com/office/drawing/2014/main" id="{C3F6F9F4-18B8-BE2D-1C87-D43463341784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48" name="Elipse 47">
                  <a:extLst>
                    <a:ext uri="{FF2B5EF4-FFF2-40B4-BE49-F238E27FC236}">
                      <a16:creationId xmlns:a16="http://schemas.microsoft.com/office/drawing/2014/main" id="{E5F010A5-0791-6064-8A44-D0A50EA953F2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49" name="Elipse 48">
                  <a:extLst>
                    <a:ext uri="{FF2B5EF4-FFF2-40B4-BE49-F238E27FC236}">
                      <a16:creationId xmlns:a16="http://schemas.microsoft.com/office/drawing/2014/main" id="{067D677F-1BC1-748A-E36A-57E2C182A679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47" name="Arco de bloque 46">
                <a:extLst>
                  <a:ext uri="{FF2B5EF4-FFF2-40B4-BE49-F238E27FC236}">
                    <a16:creationId xmlns:a16="http://schemas.microsoft.com/office/drawing/2014/main" id="{3921AFD5-BAB6-062C-4509-E22C990EDF86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DE198F09-0906-0654-5602-D4EDEE1E77DA}"/>
                </a:ext>
              </a:extLst>
            </p:cNvPr>
            <p:cNvGrpSpPr/>
            <p:nvPr/>
          </p:nvGrpSpPr>
          <p:grpSpPr>
            <a:xfrm>
              <a:off x="5629279" y="1726160"/>
              <a:ext cx="744892" cy="674136"/>
              <a:chOff x="5652018" y="139959"/>
              <a:chExt cx="744892" cy="674136"/>
            </a:xfrm>
          </p:grpSpPr>
          <p:grpSp>
            <p:nvGrpSpPr>
              <p:cNvPr id="42" name="Grupo 41">
                <a:extLst>
                  <a:ext uri="{FF2B5EF4-FFF2-40B4-BE49-F238E27FC236}">
                    <a16:creationId xmlns:a16="http://schemas.microsoft.com/office/drawing/2014/main" id="{0EE06140-DD3F-87F9-1DCA-DDEBC6C78AA3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44" name="Elipse 43">
                  <a:extLst>
                    <a:ext uri="{FF2B5EF4-FFF2-40B4-BE49-F238E27FC236}">
                      <a16:creationId xmlns:a16="http://schemas.microsoft.com/office/drawing/2014/main" id="{DAE66BA5-A8A8-CA02-9E33-BD93B4FD068C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45" name="Elipse 44">
                  <a:extLst>
                    <a:ext uri="{FF2B5EF4-FFF2-40B4-BE49-F238E27FC236}">
                      <a16:creationId xmlns:a16="http://schemas.microsoft.com/office/drawing/2014/main" id="{609272F6-F6CC-8863-A398-582BF5469F06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43" name="Arco de bloque 42">
                <a:extLst>
                  <a:ext uri="{FF2B5EF4-FFF2-40B4-BE49-F238E27FC236}">
                    <a16:creationId xmlns:a16="http://schemas.microsoft.com/office/drawing/2014/main" id="{C2C51091-091C-C848-6B89-C871F768895B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7" name="Grupo 6">
              <a:extLst>
                <a:ext uri="{FF2B5EF4-FFF2-40B4-BE49-F238E27FC236}">
                  <a16:creationId xmlns:a16="http://schemas.microsoft.com/office/drawing/2014/main" id="{CCE47B9F-8092-F9CC-0FE6-3562BDED6FBC}"/>
                </a:ext>
              </a:extLst>
            </p:cNvPr>
            <p:cNvGrpSpPr/>
            <p:nvPr/>
          </p:nvGrpSpPr>
          <p:grpSpPr>
            <a:xfrm>
              <a:off x="5653963" y="658000"/>
              <a:ext cx="744892" cy="674136"/>
              <a:chOff x="5652018" y="139959"/>
              <a:chExt cx="744892" cy="674136"/>
            </a:xfrm>
          </p:grpSpPr>
          <p:grpSp>
            <p:nvGrpSpPr>
              <p:cNvPr id="38" name="Grupo 37">
                <a:extLst>
                  <a:ext uri="{FF2B5EF4-FFF2-40B4-BE49-F238E27FC236}">
                    <a16:creationId xmlns:a16="http://schemas.microsoft.com/office/drawing/2014/main" id="{3A8DA23F-66EA-0E3E-861F-2175966FBF12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40" name="Elipse 39">
                  <a:extLst>
                    <a:ext uri="{FF2B5EF4-FFF2-40B4-BE49-F238E27FC236}">
                      <a16:creationId xmlns:a16="http://schemas.microsoft.com/office/drawing/2014/main" id="{EEB902FB-D9D9-66EE-966B-127A549257A5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41" name="Elipse 40">
                  <a:extLst>
                    <a:ext uri="{FF2B5EF4-FFF2-40B4-BE49-F238E27FC236}">
                      <a16:creationId xmlns:a16="http://schemas.microsoft.com/office/drawing/2014/main" id="{CC290B7E-FF9B-0BBC-5068-5FF620690D44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39" name="Arco de bloque 38">
                <a:extLst>
                  <a:ext uri="{FF2B5EF4-FFF2-40B4-BE49-F238E27FC236}">
                    <a16:creationId xmlns:a16="http://schemas.microsoft.com/office/drawing/2014/main" id="{67B139A8-0A57-975A-00DB-63E9BC6303E6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8" name="Grupo 7">
              <a:extLst>
                <a:ext uri="{FF2B5EF4-FFF2-40B4-BE49-F238E27FC236}">
                  <a16:creationId xmlns:a16="http://schemas.microsoft.com/office/drawing/2014/main" id="{F96D3788-AE33-E16F-787C-2299051F065E}"/>
                </a:ext>
              </a:extLst>
            </p:cNvPr>
            <p:cNvGrpSpPr/>
            <p:nvPr/>
          </p:nvGrpSpPr>
          <p:grpSpPr>
            <a:xfrm>
              <a:off x="5652799" y="608822"/>
              <a:ext cx="744892" cy="674136"/>
              <a:chOff x="5652018" y="139959"/>
              <a:chExt cx="744892" cy="674136"/>
            </a:xfrm>
          </p:grpSpPr>
          <p:grpSp>
            <p:nvGrpSpPr>
              <p:cNvPr id="34" name="Grupo 33">
                <a:extLst>
                  <a:ext uri="{FF2B5EF4-FFF2-40B4-BE49-F238E27FC236}">
                    <a16:creationId xmlns:a16="http://schemas.microsoft.com/office/drawing/2014/main" id="{02B2F13B-384D-61C9-55A9-AB3A5F78481E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36" name="Elipse 35">
                  <a:extLst>
                    <a:ext uri="{FF2B5EF4-FFF2-40B4-BE49-F238E27FC236}">
                      <a16:creationId xmlns:a16="http://schemas.microsoft.com/office/drawing/2014/main" id="{0E53C8FC-1BC4-CC29-9A54-FCB5A500C2F9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37" name="Elipse 36">
                  <a:extLst>
                    <a:ext uri="{FF2B5EF4-FFF2-40B4-BE49-F238E27FC236}">
                      <a16:creationId xmlns:a16="http://schemas.microsoft.com/office/drawing/2014/main" id="{FA27FEC3-1C12-B756-AADD-96A764513C35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35" name="Arco de bloque 34">
                <a:extLst>
                  <a:ext uri="{FF2B5EF4-FFF2-40B4-BE49-F238E27FC236}">
                    <a16:creationId xmlns:a16="http://schemas.microsoft.com/office/drawing/2014/main" id="{763EFA9A-04D5-BB58-140D-46BECEF6A3DC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9BF74C04-7A15-F091-E9AE-BDEC589E38E3}"/>
                </a:ext>
              </a:extLst>
            </p:cNvPr>
            <p:cNvGrpSpPr/>
            <p:nvPr/>
          </p:nvGrpSpPr>
          <p:grpSpPr>
            <a:xfrm>
              <a:off x="5656494" y="2956438"/>
              <a:ext cx="744892" cy="674136"/>
              <a:chOff x="5652018" y="139959"/>
              <a:chExt cx="744892" cy="674136"/>
            </a:xfrm>
          </p:grpSpPr>
          <p:grpSp>
            <p:nvGrpSpPr>
              <p:cNvPr id="30" name="Grupo 29">
                <a:extLst>
                  <a:ext uri="{FF2B5EF4-FFF2-40B4-BE49-F238E27FC236}">
                    <a16:creationId xmlns:a16="http://schemas.microsoft.com/office/drawing/2014/main" id="{92000BFD-905B-982E-5361-984A12D0B399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32" name="Elipse 31">
                  <a:extLst>
                    <a:ext uri="{FF2B5EF4-FFF2-40B4-BE49-F238E27FC236}">
                      <a16:creationId xmlns:a16="http://schemas.microsoft.com/office/drawing/2014/main" id="{99A34AC8-28A1-CD81-F561-FF20E0A00837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33" name="Elipse 32">
                  <a:extLst>
                    <a:ext uri="{FF2B5EF4-FFF2-40B4-BE49-F238E27FC236}">
                      <a16:creationId xmlns:a16="http://schemas.microsoft.com/office/drawing/2014/main" id="{8FD7C52E-9D83-95EE-AC02-B1D931867B46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31" name="Arco de bloque 30">
                <a:extLst>
                  <a:ext uri="{FF2B5EF4-FFF2-40B4-BE49-F238E27FC236}">
                    <a16:creationId xmlns:a16="http://schemas.microsoft.com/office/drawing/2014/main" id="{DDD36446-24AD-7DF1-A251-0491F40189DB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F393EBBA-CC0B-46B0-BE7B-71EE9867BA7F}"/>
                </a:ext>
              </a:extLst>
            </p:cNvPr>
            <p:cNvGrpSpPr/>
            <p:nvPr/>
          </p:nvGrpSpPr>
          <p:grpSpPr>
            <a:xfrm>
              <a:off x="5653193" y="3582761"/>
              <a:ext cx="744892" cy="674136"/>
              <a:chOff x="5652018" y="139959"/>
              <a:chExt cx="744892" cy="674136"/>
            </a:xfrm>
          </p:grpSpPr>
          <p:grpSp>
            <p:nvGrpSpPr>
              <p:cNvPr id="26" name="Grupo 25">
                <a:extLst>
                  <a:ext uri="{FF2B5EF4-FFF2-40B4-BE49-F238E27FC236}">
                    <a16:creationId xmlns:a16="http://schemas.microsoft.com/office/drawing/2014/main" id="{536BA60D-C87F-ACAA-D77B-11CEC101B285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28" name="Elipse 27">
                  <a:extLst>
                    <a:ext uri="{FF2B5EF4-FFF2-40B4-BE49-F238E27FC236}">
                      <a16:creationId xmlns:a16="http://schemas.microsoft.com/office/drawing/2014/main" id="{A4FB864F-3111-8358-27CE-9116453E54D1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29" name="Elipse 28">
                  <a:extLst>
                    <a:ext uri="{FF2B5EF4-FFF2-40B4-BE49-F238E27FC236}">
                      <a16:creationId xmlns:a16="http://schemas.microsoft.com/office/drawing/2014/main" id="{6F51D2D5-62CD-0EF4-5BBD-E37950C7A8FA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27" name="Arco de bloque 26">
                <a:extLst>
                  <a:ext uri="{FF2B5EF4-FFF2-40B4-BE49-F238E27FC236}">
                    <a16:creationId xmlns:a16="http://schemas.microsoft.com/office/drawing/2014/main" id="{823688EC-1CBE-47E8-4F9F-9E98433D48B4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1" name="Grupo 10">
              <a:extLst>
                <a:ext uri="{FF2B5EF4-FFF2-40B4-BE49-F238E27FC236}">
                  <a16:creationId xmlns:a16="http://schemas.microsoft.com/office/drawing/2014/main" id="{DBBE44D8-577C-B8C7-32B8-E5F1570B06B5}"/>
                </a:ext>
              </a:extLst>
            </p:cNvPr>
            <p:cNvGrpSpPr/>
            <p:nvPr/>
          </p:nvGrpSpPr>
          <p:grpSpPr>
            <a:xfrm>
              <a:off x="5670491" y="4210234"/>
              <a:ext cx="744892" cy="674136"/>
              <a:chOff x="5652018" y="139959"/>
              <a:chExt cx="744892" cy="674136"/>
            </a:xfrm>
          </p:grpSpPr>
          <p:grpSp>
            <p:nvGrpSpPr>
              <p:cNvPr id="22" name="Grupo 21">
                <a:extLst>
                  <a:ext uri="{FF2B5EF4-FFF2-40B4-BE49-F238E27FC236}">
                    <a16:creationId xmlns:a16="http://schemas.microsoft.com/office/drawing/2014/main" id="{E5C7B4F9-0A61-8A22-ABB3-E3DBC61102F8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24" name="Elipse 23">
                  <a:extLst>
                    <a:ext uri="{FF2B5EF4-FFF2-40B4-BE49-F238E27FC236}">
                      <a16:creationId xmlns:a16="http://schemas.microsoft.com/office/drawing/2014/main" id="{118EF317-9AF1-E40C-2017-DA0C0F273CA7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25" name="Elipse 24">
                  <a:extLst>
                    <a:ext uri="{FF2B5EF4-FFF2-40B4-BE49-F238E27FC236}">
                      <a16:creationId xmlns:a16="http://schemas.microsoft.com/office/drawing/2014/main" id="{DEC601EC-9374-7553-77DD-871FBB222082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23" name="Arco de bloque 22">
                <a:extLst>
                  <a:ext uri="{FF2B5EF4-FFF2-40B4-BE49-F238E27FC236}">
                    <a16:creationId xmlns:a16="http://schemas.microsoft.com/office/drawing/2014/main" id="{D38B6D82-836A-BFBF-E200-52864F0F65A1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2" name="Grupo 11">
              <a:extLst>
                <a:ext uri="{FF2B5EF4-FFF2-40B4-BE49-F238E27FC236}">
                  <a16:creationId xmlns:a16="http://schemas.microsoft.com/office/drawing/2014/main" id="{8544EF75-2AD0-6BBE-B757-9176142E805D}"/>
                </a:ext>
              </a:extLst>
            </p:cNvPr>
            <p:cNvGrpSpPr/>
            <p:nvPr/>
          </p:nvGrpSpPr>
          <p:grpSpPr>
            <a:xfrm>
              <a:off x="5696341" y="4830379"/>
              <a:ext cx="744892" cy="674136"/>
              <a:chOff x="5652018" y="139959"/>
              <a:chExt cx="744892" cy="674136"/>
            </a:xfrm>
          </p:grpSpPr>
          <p:grpSp>
            <p:nvGrpSpPr>
              <p:cNvPr id="18" name="Grupo 17">
                <a:extLst>
                  <a:ext uri="{FF2B5EF4-FFF2-40B4-BE49-F238E27FC236}">
                    <a16:creationId xmlns:a16="http://schemas.microsoft.com/office/drawing/2014/main" id="{4E0B4CC2-FD8B-D910-4EF0-76149FF7AC71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20" name="Elipse 19">
                  <a:extLst>
                    <a:ext uri="{FF2B5EF4-FFF2-40B4-BE49-F238E27FC236}">
                      <a16:creationId xmlns:a16="http://schemas.microsoft.com/office/drawing/2014/main" id="{5F6B5917-4507-3554-C23E-873F176F86AC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21" name="Elipse 20">
                  <a:extLst>
                    <a:ext uri="{FF2B5EF4-FFF2-40B4-BE49-F238E27FC236}">
                      <a16:creationId xmlns:a16="http://schemas.microsoft.com/office/drawing/2014/main" id="{97F5C3EE-C8ED-AA3F-B7A2-F660796DD127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19" name="Arco de bloque 18">
                <a:extLst>
                  <a:ext uri="{FF2B5EF4-FFF2-40B4-BE49-F238E27FC236}">
                    <a16:creationId xmlns:a16="http://schemas.microsoft.com/office/drawing/2014/main" id="{C012EF9A-B12F-3197-D367-4048E0DEDD95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3" name="Grupo 12">
              <a:extLst>
                <a:ext uri="{FF2B5EF4-FFF2-40B4-BE49-F238E27FC236}">
                  <a16:creationId xmlns:a16="http://schemas.microsoft.com/office/drawing/2014/main" id="{72BB96AE-16D6-DE07-7A23-EE5D4533CCCF}"/>
                </a:ext>
              </a:extLst>
            </p:cNvPr>
            <p:cNvGrpSpPr/>
            <p:nvPr/>
          </p:nvGrpSpPr>
          <p:grpSpPr>
            <a:xfrm>
              <a:off x="5687398" y="5441394"/>
              <a:ext cx="744892" cy="674136"/>
              <a:chOff x="5652018" y="139959"/>
              <a:chExt cx="744892" cy="674136"/>
            </a:xfrm>
          </p:grpSpPr>
          <p:grpSp>
            <p:nvGrpSpPr>
              <p:cNvPr id="14" name="Grupo 13">
                <a:extLst>
                  <a:ext uri="{FF2B5EF4-FFF2-40B4-BE49-F238E27FC236}">
                    <a16:creationId xmlns:a16="http://schemas.microsoft.com/office/drawing/2014/main" id="{0857CC6D-49B5-D241-2D9E-4791AD215890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16" name="Elipse 15">
                  <a:extLst>
                    <a:ext uri="{FF2B5EF4-FFF2-40B4-BE49-F238E27FC236}">
                      <a16:creationId xmlns:a16="http://schemas.microsoft.com/office/drawing/2014/main" id="{4094A46C-3019-95E3-154B-CAB4C092DEFB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17" name="Elipse 16">
                  <a:extLst>
                    <a:ext uri="{FF2B5EF4-FFF2-40B4-BE49-F238E27FC236}">
                      <a16:creationId xmlns:a16="http://schemas.microsoft.com/office/drawing/2014/main" id="{9D552700-E0D7-2708-B7C7-0210ED9D029D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15" name="Arco de bloque 14">
                <a:extLst>
                  <a:ext uri="{FF2B5EF4-FFF2-40B4-BE49-F238E27FC236}">
                    <a16:creationId xmlns:a16="http://schemas.microsoft.com/office/drawing/2014/main" id="{C0CC579D-B38E-18D3-1285-A53A010466A2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60" name="CuadroTexto 59">
            <a:extLst>
              <a:ext uri="{FF2B5EF4-FFF2-40B4-BE49-F238E27FC236}">
                <a16:creationId xmlns:a16="http://schemas.microsoft.com/office/drawing/2014/main" id="{8B30E185-01E9-4DBB-79AE-5F50270019DE}"/>
              </a:ext>
            </a:extLst>
          </p:cNvPr>
          <p:cNvSpPr txBox="1"/>
          <p:nvPr/>
        </p:nvSpPr>
        <p:spPr>
          <a:xfrm>
            <a:off x="6757402" y="337728"/>
            <a:ext cx="488827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oadway" panose="04040905080B02020502" pitchFamily="82" charset="0"/>
              </a:rPr>
              <a:t>CUADERNO DE LENGUAJE DE PROGRAMACION II</a:t>
            </a:r>
          </a:p>
        </p:txBody>
      </p:sp>
    </p:spTree>
    <p:extLst>
      <p:ext uri="{BB962C8B-B14F-4D97-AF65-F5344CB8AC3E}">
        <p14:creationId xmlns:p14="http://schemas.microsoft.com/office/powerpoint/2010/main" val="312189785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Imagen 77">
            <a:extLst>
              <a:ext uri="{FF2B5EF4-FFF2-40B4-BE49-F238E27FC236}">
                <a16:creationId xmlns:a16="http://schemas.microsoft.com/office/drawing/2014/main" id="{9A1DBF0A-0815-CB8E-1FCC-8D8B1AE069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14" b="97859" l="3397" r="99185">
                        <a14:foregroundMark x1="3397" y1="1937" x2="5842" y2="91131"/>
                        <a14:foregroundMark x1="7609" y1="95515" x2="72690" y2="98165"/>
                        <a14:foregroundMark x1="72690" y1="98165" x2="88315" y2="95923"/>
                        <a14:foregroundMark x1="94837" y1="95923" x2="93342" y2="4893"/>
                        <a14:foregroundMark x1="28804" y1="1631" x2="50000" y2="714"/>
                        <a14:foregroundMark x1="50000" y1="714" x2="90082" y2="2039"/>
                        <a14:foregroundMark x1="90082" y1="2039" x2="91033" y2="2854"/>
                        <a14:foregroundMark x1="10054" y1="9378" x2="27310" y2="9276"/>
                        <a14:foregroundMark x1="27310" y1="9276" x2="27310" y2="9174"/>
                        <a14:foregroundMark x1="98234" y1="1427" x2="99185" y2="84608"/>
                        <a14:foregroundMark x1="86549" y1="89093" x2="80299" y2="86850"/>
                        <a14:foregroundMark x1="80571" y1="86035" x2="93750" y2="95923"/>
                        <a14:foregroundMark x1="79620" y1="82875" x2="97418" y2="91131"/>
                        <a14:foregroundMark x1="97418" y1="91131" x2="97418" y2="91131"/>
                        <a14:backgroundMark x1="12636" y1="18756" x2="25000" y2="66157"/>
                        <a14:backgroundMark x1="40489" y1="24465" x2="44837" y2="74312"/>
                        <a14:backgroundMark x1="22011" y1="26911" x2="38859" y2="79205"/>
                        <a14:backgroundMark x1="12228" y1="30785" x2="15489" y2="84709"/>
                        <a14:backgroundMark x1="15489" y1="84709" x2="41576" y2="89602"/>
                        <a14:backgroundMark x1="41576" y1="89602" x2="53397" y2="88379"/>
                        <a14:backgroundMark x1="53397" y1="88379" x2="72826" y2="91539"/>
                        <a14:backgroundMark x1="72962" y1="89093" x2="78397" y2="75229"/>
                        <a14:backgroundMark x1="78397" y1="75229" x2="86549" y2="64526"/>
                        <a14:backgroundMark x1="86549" y1="64526" x2="84103" y2="17329"/>
                        <a14:backgroundMark x1="84103" y1="17329" x2="77989" y2="11417"/>
                        <a14:backgroundMark x1="77989" y1="11417" x2="63315" y2="12844"/>
                        <a14:backgroundMark x1="63315" y1="12844" x2="41168" y2="36391"/>
                        <a14:backgroundMark x1="14538" y1="15494" x2="51223" y2="18145"/>
                        <a14:backgroundMark x1="10734" y1="15698" x2="14810" y2="19368"/>
                        <a14:backgroundMark x1="41033" y1="15902" x2="51630" y2="16616"/>
                        <a14:backgroundMark x1="51630" y1="16616" x2="60326" y2="14985"/>
                        <a14:backgroundMark x1="60326" y1="14985" x2="55299" y2="8563"/>
                        <a14:backgroundMark x1="55299" y1="8563" x2="80978" y2="9174"/>
                        <a14:backgroundMark x1="80978" y1="9174" x2="88179" y2="14577"/>
                        <a14:backgroundMark x1="88179" y1="14577" x2="88451" y2="16616"/>
                        <a14:backgroundMark x1="12364" y1="57798" x2="14538" y2="88277"/>
                        <a14:backgroundMark x1="14538" y1="88277" x2="23370" y2="90418"/>
                        <a14:backgroundMark x1="23370" y1="90418" x2="28261" y2="90112"/>
                        <a14:backgroundMark x1="11549" y1="80836" x2="13315" y2="88073"/>
                        <a14:backgroundMark x1="88315" y1="67278" x2="89674" y2="74108"/>
                        <a14:backgroundMark x1="89674" y1="74108" x2="83696" y2="71865"/>
                        <a14:backgroundMark x1="82337" y1="75943" x2="86277" y2="73802"/>
                        <a14:backgroundMark x1="83152" y1="80326" x2="87636" y2="7920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91789" y="-20222"/>
            <a:ext cx="6035260" cy="6858000"/>
          </a:xfrm>
          <a:prstGeom prst="rect">
            <a:avLst/>
          </a:prstGeom>
        </p:spPr>
      </p:pic>
      <p:pic>
        <p:nvPicPr>
          <p:cNvPr id="67" name="Imagen 66">
            <a:extLst>
              <a:ext uri="{FF2B5EF4-FFF2-40B4-BE49-F238E27FC236}">
                <a16:creationId xmlns:a16="http://schemas.microsoft.com/office/drawing/2014/main" id="{8D06CD0E-7F9D-0692-0AB1-8A53045DF5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14" b="97859" l="3397" r="99185">
                        <a14:foregroundMark x1="3397" y1="1937" x2="5842" y2="91131"/>
                        <a14:foregroundMark x1="7609" y1="95515" x2="72690" y2="98165"/>
                        <a14:foregroundMark x1="72690" y1="98165" x2="88315" y2="95923"/>
                        <a14:foregroundMark x1="94837" y1="95923" x2="93342" y2="4893"/>
                        <a14:foregroundMark x1="28804" y1="1631" x2="50000" y2="714"/>
                        <a14:foregroundMark x1="50000" y1="714" x2="90082" y2="2039"/>
                        <a14:foregroundMark x1="90082" y1="2039" x2="91033" y2="2854"/>
                        <a14:foregroundMark x1="10054" y1="9378" x2="27310" y2="9276"/>
                        <a14:foregroundMark x1="27310" y1="9276" x2="27310" y2="9174"/>
                        <a14:foregroundMark x1="98234" y1="1427" x2="99185" y2="84608"/>
                        <a14:foregroundMark x1="86549" y1="89093" x2="80299" y2="86850"/>
                        <a14:foregroundMark x1="80571" y1="86035" x2="93750" y2="95923"/>
                        <a14:foregroundMark x1="79620" y1="82875" x2="97418" y2="91131"/>
                        <a14:foregroundMark x1="97418" y1="91131" x2="97418" y2="91131"/>
                        <a14:backgroundMark x1="12636" y1="18756" x2="25000" y2="66157"/>
                        <a14:backgroundMark x1="40489" y1="24465" x2="44837" y2="74312"/>
                        <a14:backgroundMark x1="22011" y1="26911" x2="38859" y2="79205"/>
                        <a14:backgroundMark x1="12228" y1="30785" x2="15489" y2="84709"/>
                        <a14:backgroundMark x1="15489" y1="84709" x2="41576" y2="89602"/>
                        <a14:backgroundMark x1="41576" y1="89602" x2="53397" y2="88379"/>
                        <a14:backgroundMark x1="53397" y1="88379" x2="72826" y2="91539"/>
                        <a14:backgroundMark x1="72962" y1="89093" x2="78397" y2="75229"/>
                        <a14:backgroundMark x1="78397" y1="75229" x2="86549" y2="64526"/>
                        <a14:backgroundMark x1="86549" y1="64526" x2="84103" y2="17329"/>
                        <a14:backgroundMark x1="84103" y1="17329" x2="77989" y2="11417"/>
                        <a14:backgroundMark x1="77989" y1="11417" x2="63315" y2="12844"/>
                        <a14:backgroundMark x1="63315" y1="12844" x2="41168" y2="36391"/>
                        <a14:backgroundMark x1="14538" y1="15494" x2="51223" y2="18145"/>
                        <a14:backgroundMark x1="10734" y1="15698" x2="14810" y2="19368"/>
                        <a14:backgroundMark x1="41033" y1="15902" x2="51630" y2="16616"/>
                        <a14:backgroundMark x1="51630" y1="16616" x2="60326" y2="14985"/>
                        <a14:backgroundMark x1="60326" y1="14985" x2="55299" y2="8563"/>
                        <a14:backgroundMark x1="55299" y1="8563" x2="80978" y2="9174"/>
                        <a14:backgroundMark x1="80978" y1="9174" x2="88179" y2="14577"/>
                        <a14:backgroundMark x1="88179" y1="14577" x2="88451" y2="16616"/>
                        <a14:backgroundMark x1="12364" y1="57798" x2="14538" y2="88277"/>
                        <a14:backgroundMark x1="14538" y1="88277" x2="23370" y2="90418"/>
                        <a14:backgroundMark x1="23370" y1="90418" x2="28261" y2="90112"/>
                        <a14:backgroundMark x1="11549" y1="80836" x2="13315" y2="88073"/>
                        <a14:backgroundMark x1="88315" y1="67278" x2="89674" y2="74108"/>
                        <a14:backgroundMark x1="89674" y1="74108" x2="83696" y2="71865"/>
                        <a14:backgroundMark x1="82337" y1="75943" x2="86277" y2="73802"/>
                        <a14:backgroundMark x1="83152" y1="80326" x2="87636" y2="7920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7895" y="-10697"/>
            <a:ext cx="6035260" cy="6858000"/>
          </a:xfrm>
          <a:prstGeom prst="rect">
            <a:avLst/>
          </a:prstGeom>
        </p:spPr>
      </p:pic>
      <p:grpSp>
        <p:nvGrpSpPr>
          <p:cNvPr id="66" name="Grupo 65">
            <a:extLst>
              <a:ext uri="{FF2B5EF4-FFF2-40B4-BE49-F238E27FC236}">
                <a16:creationId xmlns:a16="http://schemas.microsoft.com/office/drawing/2014/main" id="{70A53E56-15E3-3D9E-7BD8-1389F2E6EBDE}"/>
              </a:ext>
            </a:extLst>
          </p:cNvPr>
          <p:cNvGrpSpPr/>
          <p:nvPr/>
        </p:nvGrpSpPr>
        <p:grpSpPr>
          <a:xfrm>
            <a:off x="5629279" y="139959"/>
            <a:ext cx="811954" cy="5975571"/>
            <a:chOff x="5629279" y="139959"/>
            <a:chExt cx="811954" cy="5975571"/>
          </a:xfrm>
        </p:grpSpPr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5DB72AF3-216D-11E8-6814-7FD1DD9C6853}"/>
                </a:ext>
              </a:extLst>
            </p:cNvPr>
            <p:cNvGrpSpPr/>
            <p:nvPr/>
          </p:nvGrpSpPr>
          <p:grpSpPr>
            <a:xfrm>
              <a:off x="5652018" y="139959"/>
              <a:ext cx="744892" cy="674136"/>
              <a:chOff x="5652018" y="139959"/>
              <a:chExt cx="744892" cy="674136"/>
            </a:xfrm>
          </p:grpSpPr>
          <p:grpSp>
            <p:nvGrpSpPr>
              <p:cNvPr id="9" name="Grupo 8">
                <a:extLst>
                  <a:ext uri="{FF2B5EF4-FFF2-40B4-BE49-F238E27FC236}">
                    <a16:creationId xmlns:a16="http://schemas.microsoft.com/office/drawing/2014/main" id="{970D1FDF-0C38-1F31-8793-DD134D7F6BC8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6" name="Elipse 5">
                  <a:extLst>
                    <a:ext uri="{FF2B5EF4-FFF2-40B4-BE49-F238E27FC236}">
                      <a16:creationId xmlns:a16="http://schemas.microsoft.com/office/drawing/2014/main" id="{1CCFE53F-9819-527A-19A8-5F66B3EB5B5F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7" name="Elipse 6">
                  <a:extLst>
                    <a:ext uri="{FF2B5EF4-FFF2-40B4-BE49-F238E27FC236}">
                      <a16:creationId xmlns:a16="http://schemas.microsoft.com/office/drawing/2014/main" id="{C98C411D-19ED-32DB-B0F6-22CA91C3F40E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8" name="Arco de bloque 7">
                <a:extLst>
                  <a:ext uri="{FF2B5EF4-FFF2-40B4-BE49-F238E27FC236}">
                    <a16:creationId xmlns:a16="http://schemas.microsoft.com/office/drawing/2014/main" id="{4732F8F5-4845-5BE5-F79A-D98B27D4F622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1" name="Grupo 10">
              <a:extLst>
                <a:ext uri="{FF2B5EF4-FFF2-40B4-BE49-F238E27FC236}">
                  <a16:creationId xmlns:a16="http://schemas.microsoft.com/office/drawing/2014/main" id="{24296A13-0D78-B0C6-227A-4AD667F2B722}"/>
                </a:ext>
              </a:extLst>
            </p:cNvPr>
            <p:cNvGrpSpPr/>
            <p:nvPr/>
          </p:nvGrpSpPr>
          <p:grpSpPr>
            <a:xfrm>
              <a:off x="5674767" y="2358308"/>
              <a:ext cx="744892" cy="674136"/>
              <a:chOff x="5652018" y="139959"/>
              <a:chExt cx="744892" cy="674136"/>
            </a:xfrm>
          </p:grpSpPr>
          <p:grpSp>
            <p:nvGrpSpPr>
              <p:cNvPr id="12" name="Grupo 11">
                <a:extLst>
                  <a:ext uri="{FF2B5EF4-FFF2-40B4-BE49-F238E27FC236}">
                    <a16:creationId xmlns:a16="http://schemas.microsoft.com/office/drawing/2014/main" id="{61C6DB6E-A95F-013E-C013-DC50EC53EAE5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14" name="Elipse 13">
                  <a:extLst>
                    <a:ext uri="{FF2B5EF4-FFF2-40B4-BE49-F238E27FC236}">
                      <a16:creationId xmlns:a16="http://schemas.microsoft.com/office/drawing/2014/main" id="{0DCFFE7B-1F27-F208-AFBE-BC5F5729C052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15" name="Elipse 14">
                  <a:extLst>
                    <a:ext uri="{FF2B5EF4-FFF2-40B4-BE49-F238E27FC236}">
                      <a16:creationId xmlns:a16="http://schemas.microsoft.com/office/drawing/2014/main" id="{21795BF9-FE2A-EF39-1DE0-C0AA2ED4A687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13" name="Arco de bloque 12">
                <a:extLst>
                  <a:ext uri="{FF2B5EF4-FFF2-40B4-BE49-F238E27FC236}">
                    <a16:creationId xmlns:a16="http://schemas.microsoft.com/office/drawing/2014/main" id="{A4D7E6FA-C4E8-FC78-CDA5-3CB863D95C8D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6" name="Grupo 15">
              <a:extLst>
                <a:ext uri="{FF2B5EF4-FFF2-40B4-BE49-F238E27FC236}">
                  <a16:creationId xmlns:a16="http://schemas.microsoft.com/office/drawing/2014/main" id="{C0698338-CD6D-2C96-809B-00BFDDF1A2BE}"/>
                </a:ext>
              </a:extLst>
            </p:cNvPr>
            <p:cNvGrpSpPr/>
            <p:nvPr/>
          </p:nvGrpSpPr>
          <p:grpSpPr>
            <a:xfrm>
              <a:off x="5650853" y="1167491"/>
              <a:ext cx="744892" cy="674136"/>
              <a:chOff x="5652018" y="139959"/>
              <a:chExt cx="744892" cy="674136"/>
            </a:xfrm>
          </p:grpSpPr>
          <p:grpSp>
            <p:nvGrpSpPr>
              <p:cNvPr id="17" name="Grupo 16">
                <a:extLst>
                  <a:ext uri="{FF2B5EF4-FFF2-40B4-BE49-F238E27FC236}">
                    <a16:creationId xmlns:a16="http://schemas.microsoft.com/office/drawing/2014/main" id="{14B51FAB-001F-07F1-247C-5048C90C5A0E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19" name="Elipse 18">
                  <a:extLst>
                    <a:ext uri="{FF2B5EF4-FFF2-40B4-BE49-F238E27FC236}">
                      <a16:creationId xmlns:a16="http://schemas.microsoft.com/office/drawing/2014/main" id="{6E818805-B4D0-A580-8456-AC718D2CCCFB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20" name="Elipse 19">
                  <a:extLst>
                    <a:ext uri="{FF2B5EF4-FFF2-40B4-BE49-F238E27FC236}">
                      <a16:creationId xmlns:a16="http://schemas.microsoft.com/office/drawing/2014/main" id="{063997DC-95CE-C50F-2E42-E3B68197CA8C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18" name="Arco de bloque 17">
                <a:extLst>
                  <a:ext uri="{FF2B5EF4-FFF2-40B4-BE49-F238E27FC236}">
                    <a16:creationId xmlns:a16="http://schemas.microsoft.com/office/drawing/2014/main" id="{097C4A6A-4C91-59DD-8286-600C37521154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1" name="Grupo 20">
              <a:extLst>
                <a:ext uri="{FF2B5EF4-FFF2-40B4-BE49-F238E27FC236}">
                  <a16:creationId xmlns:a16="http://schemas.microsoft.com/office/drawing/2014/main" id="{2F923CBD-8ADF-B6F3-B15B-3E2436D7496B}"/>
                </a:ext>
              </a:extLst>
            </p:cNvPr>
            <p:cNvGrpSpPr/>
            <p:nvPr/>
          </p:nvGrpSpPr>
          <p:grpSpPr>
            <a:xfrm>
              <a:off x="5629279" y="1726160"/>
              <a:ext cx="744892" cy="674136"/>
              <a:chOff x="5652018" y="139959"/>
              <a:chExt cx="744892" cy="674136"/>
            </a:xfrm>
          </p:grpSpPr>
          <p:grpSp>
            <p:nvGrpSpPr>
              <p:cNvPr id="22" name="Grupo 21">
                <a:extLst>
                  <a:ext uri="{FF2B5EF4-FFF2-40B4-BE49-F238E27FC236}">
                    <a16:creationId xmlns:a16="http://schemas.microsoft.com/office/drawing/2014/main" id="{2F86E2BC-1E9F-CC01-C0D7-C34F22E266DB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24" name="Elipse 23">
                  <a:extLst>
                    <a:ext uri="{FF2B5EF4-FFF2-40B4-BE49-F238E27FC236}">
                      <a16:creationId xmlns:a16="http://schemas.microsoft.com/office/drawing/2014/main" id="{61AD6C6D-411B-0292-6751-FB95C35942FE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25" name="Elipse 24">
                  <a:extLst>
                    <a:ext uri="{FF2B5EF4-FFF2-40B4-BE49-F238E27FC236}">
                      <a16:creationId xmlns:a16="http://schemas.microsoft.com/office/drawing/2014/main" id="{66C165E4-E3F1-84E6-3010-10B6FE954FE3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23" name="Arco de bloque 22">
                <a:extLst>
                  <a:ext uri="{FF2B5EF4-FFF2-40B4-BE49-F238E27FC236}">
                    <a16:creationId xmlns:a16="http://schemas.microsoft.com/office/drawing/2014/main" id="{53FF782C-F35E-4AFC-C19E-569BB32FB895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6" name="Grupo 25">
              <a:extLst>
                <a:ext uri="{FF2B5EF4-FFF2-40B4-BE49-F238E27FC236}">
                  <a16:creationId xmlns:a16="http://schemas.microsoft.com/office/drawing/2014/main" id="{A261FCFC-0057-EB6A-9757-7D5FD087E813}"/>
                </a:ext>
              </a:extLst>
            </p:cNvPr>
            <p:cNvGrpSpPr/>
            <p:nvPr/>
          </p:nvGrpSpPr>
          <p:grpSpPr>
            <a:xfrm>
              <a:off x="5653963" y="658000"/>
              <a:ext cx="744892" cy="674136"/>
              <a:chOff x="5652018" y="139959"/>
              <a:chExt cx="744892" cy="674136"/>
            </a:xfrm>
          </p:grpSpPr>
          <p:grpSp>
            <p:nvGrpSpPr>
              <p:cNvPr id="27" name="Grupo 26">
                <a:extLst>
                  <a:ext uri="{FF2B5EF4-FFF2-40B4-BE49-F238E27FC236}">
                    <a16:creationId xmlns:a16="http://schemas.microsoft.com/office/drawing/2014/main" id="{C13FC632-19AD-3AAA-A9A2-6882F59F61D4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29" name="Elipse 28">
                  <a:extLst>
                    <a:ext uri="{FF2B5EF4-FFF2-40B4-BE49-F238E27FC236}">
                      <a16:creationId xmlns:a16="http://schemas.microsoft.com/office/drawing/2014/main" id="{556AA540-F18F-13CE-99E8-FCA95E1F74DE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30" name="Elipse 29">
                  <a:extLst>
                    <a:ext uri="{FF2B5EF4-FFF2-40B4-BE49-F238E27FC236}">
                      <a16:creationId xmlns:a16="http://schemas.microsoft.com/office/drawing/2014/main" id="{1A6A25E2-FCFE-F350-5206-6D4F04B3B5C1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28" name="Arco de bloque 27">
                <a:extLst>
                  <a:ext uri="{FF2B5EF4-FFF2-40B4-BE49-F238E27FC236}">
                    <a16:creationId xmlns:a16="http://schemas.microsoft.com/office/drawing/2014/main" id="{DB99CF75-D7DE-4D91-A142-AC3BDEE87C19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1" name="Grupo 30">
              <a:extLst>
                <a:ext uri="{FF2B5EF4-FFF2-40B4-BE49-F238E27FC236}">
                  <a16:creationId xmlns:a16="http://schemas.microsoft.com/office/drawing/2014/main" id="{EDD8E076-B02B-25B5-0F62-5A11445128FE}"/>
                </a:ext>
              </a:extLst>
            </p:cNvPr>
            <p:cNvGrpSpPr/>
            <p:nvPr/>
          </p:nvGrpSpPr>
          <p:grpSpPr>
            <a:xfrm>
              <a:off x="5652799" y="608822"/>
              <a:ext cx="744892" cy="674136"/>
              <a:chOff x="5652018" y="139959"/>
              <a:chExt cx="744892" cy="674136"/>
            </a:xfrm>
          </p:grpSpPr>
          <p:grpSp>
            <p:nvGrpSpPr>
              <p:cNvPr id="32" name="Grupo 31">
                <a:extLst>
                  <a:ext uri="{FF2B5EF4-FFF2-40B4-BE49-F238E27FC236}">
                    <a16:creationId xmlns:a16="http://schemas.microsoft.com/office/drawing/2014/main" id="{772A5D03-474F-124C-A9E8-630242B25A9D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34" name="Elipse 33">
                  <a:extLst>
                    <a:ext uri="{FF2B5EF4-FFF2-40B4-BE49-F238E27FC236}">
                      <a16:creationId xmlns:a16="http://schemas.microsoft.com/office/drawing/2014/main" id="{20EDC741-2C07-B31C-35D0-4814B6246C0E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35" name="Elipse 34">
                  <a:extLst>
                    <a:ext uri="{FF2B5EF4-FFF2-40B4-BE49-F238E27FC236}">
                      <a16:creationId xmlns:a16="http://schemas.microsoft.com/office/drawing/2014/main" id="{BC38713E-206B-09AD-47F3-014E98E2EC12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33" name="Arco de bloque 32">
                <a:extLst>
                  <a:ext uri="{FF2B5EF4-FFF2-40B4-BE49-F238E27FC236}">
                    <a16:creationId xmlns:a16="http://schemas.microsoft.com/office/drawing/2014/main" id="{B6DF7D96-FA8E-E458-1A98-66E813D2C633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6" name="Grupo 35">
              <a:extLst>
                <a:ext uri="{FF2B5EF4-FFF2-40B4-BE49-F238E27FC236}">
                  <a16:creationId xmlns:a16="http://schemas.microsoft.com/office/drawing/2014/main" id="{4E93D601-2143-11A5-BDF5-01ECC47647AA}"/>
                </a:ext>
              </a:extLst>
            </p:cNvPr>
            <p:cNvGrpSpPr/>
            <p:nvPr/>
          </p:nvGrpSpPr>
          <p:grpSpPr>
            <a:xfrm>
              <a:off x="5656494" y="2956438"/>
              <a:ext cx="744892" cy="674136"/>
              <a:chOff x="5652018" y="139959"/>
              <a:chExt cx="744892" cy="674136"/>
            </a:xfrm>
          </p:grpSpPr>
          <p:grpSp>
            <p:nvGrpSpPr>
              <p:cNvPr id="37" name="Grupo 36">
                <a:extLst>
                  <a:ext uri="{FF2B5EF4-FFF2-40B4-BE49-F238E27FC236}">
                    <a16:creationId xmlns:a16="http://schemas.microsoft.com/office/drawing/2014/main" id="{77C3B408-A28F-539A-D265-492030F1AB2D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39" name="Elipse 38">
                  <a:extLst>
                    <a:ext uri="{FF2B5EF4-FFF2-40B4-BE49-F238E27FC236}">
                      <a16:creationId xmlns:a16="http://schemas.microsoft.com/office/drawing/2014/main" id="{EAA28CF5-1FF7-45EC-DD1D-DF16A205186D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40" name="Elipse 39">
                  <a:extLst>
                    <a:ext uri="{FF2B5EF4-FFF2-40B4-BE49-F238E27FC236}">
                      <a16:creationId xmlns:a16="http://schemas.microsoft.com/office/drawing/2014/main" id="{C202F47E-066C-D869-5B49-215424D73302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38" name="Arco de bloque 37">
                <a:extLst>
                  <a:ext uri="{FF2B5EF4-FFF2-40B4-BE49-F238E27FC236}">
                    <a16:creationId xmlns:a16="http://schemas.microsoft.com/office/drawing/2014/main" id="{9D0D2886-1015-DA8B-FD9B-7079BC6EC81B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1" name="Grupo 40">
              <a:extLst>
                <a:ext uri="{FF2B5EF4-FFF2-40B4-BE49-F238E27FC236}">
                  <a16:creationId xmlns:a16="http://schemas.microsoft.com/office/drawing/2014/main" id="{3B73E63F-08BB-1A6F-D241-4AE8ABA5479B}"/>
                </a:ext>
              </a:extLst>
            </p:cNvPr>
            <p:cNvGrpSpPr/>
            <p:nvPr/>
          </p:nvGrpSpPr>
          <p:grpSpPr>
            <a:xfrm>
              <a:off x="5653193" y="3582761"/>
              <a:ext cx="744892" cy="674136"/>
              <a:chOff x="5652018" y="139959"/>
              <a:chExt cx="744892" cy="674136"/>
            </a:xfrm>
          </p:grpSpPr>
          <p:grpSp>
            <p:nvGrpSpPr>
              <p:cNvPr id="42" name="Grupo 41">
                <a:extLst>
                  <a:ext uri="{FF2B5EF4-FFF2-40B4-BE49-F238E27FC236}">
                    <a16:creationId xmlns:a16="http://schemas.microsoft.com/office/drawing/2014/main" id="{87173291-178D-B443-9DDF-F3D0291F2BE6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44" name="Elipse 43">
                  <a:extLst>
                    <a:ext uri="{FF2B5EF4-FFF2-40B4-BE49-F238E27FC236}">
                      <a16:creationId xmlns:a16="http://schemas.microsoft.com/office/drawing/2014/main" id="{4AEA9647-4538-BF9C-C01E-8328ADEAF62E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45" name="Elipse 44">
                  <a:extLst>
                    <a:ext uri="{FF2B5EF4-FFF2-40B4-BE49-F238E27FC236}">
                      <a16:creationId xmlns:a16="http://schemas.microsoft.com/office/drawing/2014/main" id="{E6EC06FD-7EE1-687B-7656-49B49D0321BC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43" name="Arco de bloque 42">
                <a:extLst>
                  <a:ext uri="{FF2B5EF4-FFF2-40B4-BE49-F238E27FC236}">
                    <a16:creationId xmlns:a16="http://schemas.microsoft.com/office/drawing/2014/main" id="{46C98F97-D7A1-57F1-ABF0-1F606209DAF2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6" name="Grupo 45">
              <a:extLst>
                <a:ext uri="{FF2B5EF4-FFF2-40B4-BE49-F238E27FC236}">
                  <a16:creationId xmlns:a16="http://schemas.microsoft.com/office/drawing/2014/main" id="{B808E227-2997-7DEF-559B-91BD4FBD828F}"/>
                </a:ext>
              </a:extLst>
            </p:cNvPr>
            <p:cNvGrpSpPr/>
            <p:nvPr/>
          </p:nvGrpSpPr>
          <p:grpSpPr>
            <a:xfrm>
              <a:off x="5670491" y="4210234"/>
              <a:ext cx="744892" cy="674136"/>
              <a:chOff x="5652018" y="139959"/>
              <a:chExt cx="744892" cy="674136"/>
            </a:xfrm>
          </p:grpSpPr>
          <p:grpSp>
            <p:nvGrpSpPr>
              <p:cNvPr id="47" name="Grupo 46">
                <a:extLst>
                  <a:ext uri="{FF2B5EF4-FFF2-40B4-BE49-F238E27FC236}">
                    <a16:creationId xmlns:a16="http://schemas.microsoft.com/office/drawing/2014/main" id="{F56F7C81-5BF2-A63E-8DB5-D680FC2DDC9F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49" name="Elipse 48">
                  <a:extLst>
                    <a:ext uri="{FF2B5EF4-FFF2-40B4-BE49-F238E27FC236}">
                      <a16:creationId xmlns:a16="http://schemas.microsoft.com/office/drawing/2014/main" id="{64D34919-9767-6592-F17E-53766BE1F3C3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50" name="Elipse 49">
                  <a:extLst>
                    <a:ext uri="{FF2B5EF4-FFF2-40B4-BE49-F238E27FC236}">
                      <a16:creationId xmlns:a16="http://schemas.microsoft.com/office/drawing/2014/main" id="{317C1764-8AF4-0609-30B0-BBF21A62C203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48" name="Arco de bloque 47">
                <a:extLst>
                  <a:ext uri="{FF2B5EF4-FFF2-40B4-BE49-F238E27FC236}">
                    <a16:creationId xmlns:a16="http://schemas.microsoft.com/office/drawing/2014/main" id="{3CCE58CB-27E9-7851-FCA8-90F1125E370F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1" name="Grupo 50">
              <a:extLst>
                <a:ext uri="{FF2B5EF4-FFF2-40B4-BE49-F238E27FC236}">
                  <a16:creationId xmlns:a16="http://schemas.microsoft.com/office/drawing/2014/main" id="{ED64CABE-EFE7-75CC-CB58-3FA31AFF3366}"/>
                </a:ext>
              </a:extLst>
            </p:cNvPr>
            <p:cNvGrpSpPr/>
            <p:nvPr/>
          </p:nvGrpSpPr>
          <p:grpSpPr>
            <a:xfrm>
              <a:off x="5696341" y="4830379"/>
              <a:ext cx="744892" cy="674136"/>
              <a:chOff x="5652018" y="139959"/>
              <a:chExt cx="744892" cy="674136"/>
            </a:xfrm>
          </p:grpSpPr>
          <p:grpSp>
            <p:nvGrpSpPr>
              <p:cNvPr id="52" name="Grupo 51">
                <a:extLst>
                  <a:ext uri="{FF2B5EF4-FFF2-40B4-BE49-F238E27FC236}">
                    <a16:creationId xmlns:a16="http://schemas.microsoft.com/office/drawing/2014/main" id="{6196511C-548B-8235-3AF2-1D6902DA62E4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54" name="Elipse 53">
                  <a:extLst>
                    <a:ext uri="{FF2B5EF4-FFF2-40B4-BE49-F238E27FC236}">
                      <a16:creationId xmlns:a16="http://schemas.microsoft.com/office/drawing/2014/main" id="{C0C2281E-59F6-0710-0E1F-18205908E9CE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55" name="Elipse 54">
                  <a:extLst>
                    <a:ext uri="{FF2B5EF4-FFF2-40B4-BE49-F238E27FC236}">
                      <a16:creationId xmlns:a16="http://schemas.microsoft.com/office/drawing/2014/main" id="{CD34FD81-15AB-A382-33C4-3C923CB6609D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53" name="Arco de bloque 52">
                <a:extLst>
                  <a:ext uri="{FF2B5EF4-FFF2-40B4-BE49-F238E27FC236}">
                    <a16:creationId xmlns:a16="http://schemas.microsoft.com/office/drawing/2014/main" id="{E1AF6E18-B267-0D57-B2F3-193A748BF482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6" name="Grupo 55">
              <a:extLst>
                <a:ext uri="{FF2B5EF4-FFF2-40B4-BE49-F238E27FC236}">
                  <a16:creationId xmlns:a16="http://schemas.microsoft.com/office/drawing/2014/main" id="{32248890-570C-13F1-FE9F-119D39760EA2}"/>
                </a:ext>
              </a:extLst>
            </p:cNvPr>
            <p:cNvGrpSpPr/>
            <p:nvPr/>
          </p:nvGrpSpPr>
          <p:grpSpPr>
            <a:xfrm>
              <a:off x="5687398" y="5441394"/>
              <a:ext cx="744892" cy="674136"/>
              <a:chOff x="5652018" y="139959"/>
              <a:chExt cx="744892" cy="674136"/>
            </a:xfrm>
          </p:grpSpPr>
          <p:grpSp>
            <p:nvGrpSpPr>
              <p:cNvPr id="57" name="Grupo 56">
                <a:extLst>
                  <a:ext uri="{FF2B5EF4-FFF2-40B4-BE49-F238E27FC236}">
                    <a16:creationId xmlns:a16="http://schemas.microsoft.com/office/drawing/2014/main" id="{C94D4C31-2057-A49E-FAE4-28E1EBD8E95E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59" name="Elipse 58">
                  <a:extLst>
                    <a:ext uri="{FF2B5EF4-FFF2-40B4-BE49-F238E27FC236}">
                      <a16:creationId xmlns:a16="http://schemas.microsoft.com/office/drawing/2014/main" id="{579ADC08-CC35-B968-0F87-56B0081A0860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60" name="Elipse 59">
                  <a:extLst>
                    <a:ext uri="{FF2B5EF4-FFF2-40B4-BE49-F238E27FC236}">
                      <a16:creationId xmlns:a16="http://schemas.microsoft.com/office/drawing/2014/main" id="{3720A173-CA43-7CDA-B532-9D47CFA20135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58" name="Arco de bloque 57">
                <a:extLst>
                  <a:ext uri="{FF2B5EF4-FFF2-40B4-BE49-F238E27FC236}">
                    <a16:creationId xmlns:a16="http://schemas.microsoft.com/office/drawing/2014/main" id="{16448F5C-63F4-E979-06C1-753741FA4D99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61" name="Grupo 60">
            <a:extLst>
              <a:ext uri="{FF2B5EF4-FFF2-40B4-BE49-F238E27FC236}">
                <a16:creationId xmlns:a16="http://schemas.microsoft.com/office/drawing/2014/main" id="{18A46D0A-255E-6F59-3556-28506B8F6A0B}"/>
              </a:ext>
            </a:extLst>
          </p:cNvPr>
          <p:cNvGrpSpPr/>
          <p:nvPr/>
        </p:nvGrpSpPr>
        <p:grpSpPr>
          <a:xfrm>
            <a:off x="5670491" y="6115530"/>
            <a:ext cx="744892" cy="674136"/>
            <a:chOff x="5652018" y="139959"/>
            <a:chExt cx="744892" cy="674136"/>
          </a:xfrm>
        </p:grpSpPr>
        <p:grpSp>
          <p:nvGrpSpPr>
            <p:cNvPr id="62" name="Grupo 61">
              <a:extLst>
                <a:ext uri="{FF2B5EF4-FFF2-40B4-BE49-F238E27FC236}">
                  <a16:creationId xmlns:a16="http://schemas.microsoft.com/office/drawing/2014/main" id="{6B47ABBB-8C8C-FB56-676E-680497F98A4A}"/>
                </a:ext>
              </a:extLst>
            </p:cNvPr>
            <p:cNvGrpSpPr/>
            <p:nvPr/>
          </p:nvGrpSpPr>
          <p:grpSpPr>
            <a:xfrm>
              <a:off x="5652018" y="303244"/>
              <a:ext cx="744892" cy="247262"/>
              <a:chOff x="5652018" y="303244"/>
              <a:chExt cx="744892" cy="247262"/>
            </a:xfrm>
          </p:grpSpPr>
          <p:sp>
            <p:nvSpPr>
              <p:cNvPr id="64" name="Elipse 63">
                <a:extLst>
                  <a:ext uri="{FF2B5EF4-FFF2-40B4-BE49-F238E27FC236}">
                    <a16:creationId xmlns:a16="http://schemas.microsoft.com/office/drawing/2014/main" id="{74968F9F-D0A8-E776-2BCC-107D88DCF336}"/>
                  </a:ext>
                </a:extLst>
              </p:cNvPr>
              <p:cNvSpPr/>
              <p:nvPr/>
            </p:nvSpPr>
            <p:spPr>
              <a:xfrm>
                <a:off x="5652018" y="303244"/>
                <a:ext cx="231709" cy="247262"/>
              </a:xfrm>
              <a:prstGeom prst="ellipse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PE"/>
              </a:p>
            </p:txBody>
          </p:sp>
          <p:sp>
            <p:nvSpPr>
              <p:cNvPr id="65" name="Elipse 64">
                <a:extLst>
                  <a:ext uri="{FF2B5EF4-FFF2-40B4-BE49-F238E27FC236}">
                    <a16:creationId xmlns:a16="http://schemas.microsoft.com/office/drawing/2014/main" id="{CFD67789-6C3E-470F-450B-0A3FC922C933}"/>
                  </a:ext>
                </a:extLst>
              </p:cNvPr>
              <p:cNvSpPr/>
              <p:nvPr/>
            </p:nvSpPr>
            <p:spPr>
              <a:xfrm>
                <a:off x="6165201" y="303244"/>
                <a:ext cx="231709" cy="247262"/>
              </a:xfrm>
              <a:prstGeom prst="ellipse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PE"/>
              </a:p>
            </p:txBody>
          </p:sp>
        </p:grpSp>
        <p:sp>
          <p:nvSpPr>
            <p:cNvPr id="63" name="Arco de bloque 62">
              <a:extLst>
                <a:ext uri="{FF2B5EF4-FFF2-40B4-BE49-F238E27FC236}">
                  <a16:creationId xmlns:a16="http://schemas.microsoft.com/office/drawing/2014/main" id="{23F6AD8B-30D2-EB33-6198-FA6CF6AA2101}"/>
                </a:ext>
              </a:extLst>
            </p:cNvPr>
            <p:cNvSpPr/>
            <p:nvPr/>
          </p:nvSpPr>
          <p:spPr>
            <a:xfrm>
              <a:off x="5697506" y="139959"/>
              <a:ext cx="610769" cy="674136"/>
            </a:xfrm>
            <a:prstGeom prst="blockArc">
              <a:avLst>
                <a:gd name="adj1" fmla="val 11275584"/>
                <a:gd name="adj2" fmla="val 20095653"/>
                <a:gd name="adj3" fmla="val 13932"/>
              </a:avLst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schemeClr val="tx1"/>
                </a:solidFill>
              </a:endParaRPr>
            </a:p>
          </p:txBody>
        </p:sp>
      </p:grpSp>
      <p:sp>
        <p:nvSpPr>
          <p:cNvPr id="70" name="CuadroTexto 69">
            <a:extLst>
              <a:ext uri="{FF2B5EF4-FFF2-40B4-BE49-F238E27FC236}">
                <a16:creationId xmlns:a16="http://schemas.microsoft.com/office/drawing/2014/main" id="{6B761785-2FE5-1C66-98C0-108DE27BB996}"/>
              </a:ext>
            </a:extLst>
          </p:cNvPr>
          <p:cNvSpPr txBox="1"/>
          <p:nvPr/>
        </p:nvSpPr>
        <p:spPr>
          <a:xfrm>
            <a:off x="565807" y="514549"/>
            <a:ext cx="484258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2400" b="1" dirty="0">
                <a:solidFill>
                  <a:srgbClr val="8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phant" panose="02020904090505020303" pitchFamily="18" charset="0"/>
              </a:rPr>
              <a:t>Programación Orientada a Objetos</a:t>
            </a:r>
          </a:p>
          <a:p>
            <a:endParaRPr lang="es-PE" dirty="0"/>
          </a:p>
        </p:txBody>
      </p:sp>
      <p:sp>
        <p:nvSpPr>
          <p:cNvPr id="71" name="CuadroTexto 70">
            <a:extLst>
              <a:ext uri="{FF2B5EF4-FFF2-40B4-BE49-F238E27FC236}">
                <a16:creationId xmlns:a16="http://schemas.microsoft.com/office/drawing/2014/main" id="{69FCDBB2-C43B-CF5E-F711-7FBE31C2CECC}"/>
              </a:ext>
            </a:extLst>
          </p:cNvPr>
          <p:cNvSpPr txBox="1"/>
          <p:nvPr/>
        </p:nvSpPr>
        <p:spPr>
          <a:xfrm>
            <a:off x="696435" y="1218048"/>
            <a:ext cx="458133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600" b="1" dirty="0">
                <a:latin typeface="Bradley Hand ITC" panose="03070402050302030203" pitchFamily="66" charset="0"/>
              </a:rPr>
              <a:t>Es un paradigma de programación que organiza el software en torno a objetos, los cuales combinan datos (atributos) y comportamientos (métodos) en una misma entidad. Estos objetos se basan en clases que funcionan como molde o plantillas que definen sus características y acciones.</a:t>
            </a:r>
            <a:endParaRPr lang="es-PE" sz="1600" b="1" dirty="0">
              <a:latin typeface="Bradley Hand ITC" panose="03070402050302030203" pitchFamily="66" charset="0"/>
            </a:endParaRPr>
          </a:p>
        </p:txBody>
      </p:sp>
      <p:sp>
        <p:nvSpPr>
          <p:cNvPr id="74" name="CuadroTexto 73">
            <a:extLst>
              <a:ext uri="{FF2B5EF4-FFF2-40B4-BE49-F238E27FC236}">
                <a16:creationId xmlns:a16="http://schemas.microsoft.com/office/drawing/2014/main" id="{FD307F80-75B3-24E3-E816-ED510C2FC7DE}"/>
              </a:ext>
            </a:extLst>
          </p:cNvPr>
          <p:cNvSpPr txBox="1"/>
          <p:nvPr/>
        </p:nvSpPr>
        <p:spPr>
          <a:xfrm>
            <a:off x="707718" y="2718007"/>
            <a:ext cx="450197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u="sng" dirty="0">
                <a:solidFill>
                  <a:srgbClr val="820000"/>
                </a:solidFill>
                <a:latin typeface="Elephant" panose="02020904090505020303" pitchFamily="18" charset="0"/>
              </a:rPr>
              <a:t>Diferencia entre Programación Estructurada y P.O.O.</a:t>
            </a:r>
          </a:p>
          <a:p>
            <a:endParaRPr lang="es-PE" dirty="0"/>
          </a:p>
        </p:txBody>
      </p:sp>
      <p:sp>
        <p:nvSpPr>
          <p:cNvPr id="75" name="CuadroTexto 74">
            <a:extLst>
              <a:ext uri="{FF2B5EF4-FFF2-40B4-BE49-F238E27FC236}">
                <a16:creationId xmlns:a16="http://schemas.microsoft.com/office/drawing/2014/main" id="{698D2164-5E21-BC93-0ACF-68C3450ABECA}"/>
              </a:ext>
            </a:extLst>
          </p:cNvPr>
          <p:cNvSpPr txBox="1"/>
          <p:nvPr/>
        </p:nvSpPr>
        <p:spPr>
          <a:xfrm>
            <a:off x="707718" y="3314763"/>
            <a:ext cx="4581330" cy="2612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PE" dirty="0"/>
          </a:p>
        </p:txBody>
      </p:sp>
      <p:pic>
        <p:nvPicPr>
          <p:cNvPr id="77" name="Imagen 76">
            <a:extLst>
              <a:ext uri="{FF2B5EF4-FFF2-40B4-BE49-F238E27FC236}">
                <a16:creationId xmlns:a16="http://schemas.microsoft.com/office/drawing/2014/main" id="{705A2E40-9FEE-05F9-B001-3211883ED0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878" y="3490615"/>
            <a:ext cx="4389597" cy="2499577"/>
          </a:xfrm>
          <a:prstGeom prst="rect">
            <a:avLst/>
          </a:prstGeom>
        </p:spPr>
      </p:pic>
      <p:pic>
        <p:nvPicPr>
          <p:cNvPr id="80" name="Imagen 79">
            <a:extLst>
              <a:ext uri="{FF2B5EF4-FFF2-40B4-BE49-F238E27FC236}">
                <a16:creationId xmlns:a16="http://schemas.microsoft.com/office/drawing/2014/main" id="{7FAD3CAF-D01A-1A5F-3565-B5C54C9181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9088" y="1068547"/>
            <a:ext cx="4633525" cy="2051176"/>
          </a:xfrm>
          <a:prstGeom prst="rect">
            <a:avLst/>
          </a:prstGeom>
        </p:spPr>
      </p:pic>
      <p:sp>
        <p:nvSpPr>
          <p:cNvPr id="81" name="CuadroTexto 80">
            <a:extLst>
              <a:ext uri="{FF2B5EF4-FFF2-40B4-BE49-F238E27FC236}">
                <a16:creationId xmlns:a16="http://schemas.microsoft.com/office/drawing/2014/main" id="{0D7D7C16-C900-3D56-8CC0-3C86A0D904DD}"/>
              </a:ext>
            </a:extLst>
          </p:cNvPr>
          <p:cNvSpPr txBox="1"/>
          <p:nvPr/>
        </p:nvSpPr>
        <p:spPr>
          <a:xfrm>
            <a:off x="7315305" y="2970634"/>
            <a:ext cx="37882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dirty="0">
                <a:solidFill>
                  <a:srgbClr val="8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phant" panose="02020904090505020303" pitchFamily="18" charset="0"/>
              </a:rPr>
              <a:t>Ventajas de la P.O.O</a:t>
            </a:r>
            <a:endParaRPr lang="es-PE" sz="2400" dirty="0">
              <a:solidFill>
                <a:srgbClr val="82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Elephant" panose="02020904090505020303" pitchFamily="18" charset="0"/>
            </a:endParaRPr>
          </a:p>
        </p:txBody>
      </p:sp>
      <p:sp>
        <p:nvSpPr>
          <p:cNvPr id="82" name="CuadroTexto 81">
            <a:extLst>
              <a:ext uri="{FF2B5EF4-FFF2-40B4-BE49-F238E27FC236}">
                <a16:creationId xmlns:a16="http://schemas.microsoft.com/office/drawing/2014/main" id="{02B9A80A-F52D-1826-0BAB-F418B631B041}"/>
              </a:ext>
            </a:extLst>
          </p:cNvPr>
          <p:cNvSpPr txBox="1"/>
          <p:nvPr/>
        </p:nvSpPr>
        <p:spPr>
          <a:xfrm>
            <a:off x="6796436" y="3366985"/>
            <a:ext cx="4670909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es-ES" sz="1600" b="1" dirty="0">
                <a:solidFill>
                  <a:srgbClr val="820000"/>
                </a:solidFill>
                <a:latin typeface="Bradley Hand ITC" panose="03070402050302030203" pitchFamily="66" charset="0"/>
              </a:rPr>
              <a:t>Modularidad-</a:t>
            </a:r>
            <a:r>
              <a:rPr lang="es-ES" sz="1600" b="1" dirty="0">
                <a:latin typeface="Bradley Hand ITC" panose="03070402050302030203" pitchFamily="66" charset="0"/>
              </a:rPr>
              <a:t> El código se organiza en clase y objetos, lo que facilita la compilación y mantenimiento.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s-ES" sz="1600" b="1" dirty="0">
                <a:solidFill>
                  <a:srgbClr val="820000"/>
                </a:solidFill>
                <a:latin typeface="Bradley Hand ITC" panose="03070402050302030203" pitchFamily="66" charset="0"/>
              </a:rPr>
              <a:t>Reutilización de Código- </a:t>
            </a:r>
            <a:r>
              <a:rPr lang="es-ES" sz="1600" b="1" dirty="0">
                <a:latin typeface="Bradley Hand ITC" panose="03070402050302030203" pitchFamily="66" charset="0"/>
              </a:rPr>
              <a:t>Gracias a la herencia y al polimorfismo, se pueden crear nuevas clases a partir de otras sin repetir código.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s-ES" sz="1600" b="1" dirty="0">
                <a:solidFill>
                  <a:srgbClr val="820000"/>
                </a:solidFill>
                <a:latin typeface="Bradley Hand ITC" panose="03070402050302030203" pitchFamily="66" charset="0"/>
              </a:rPr>
              <a:t>Encapsulamiento- </a:t>
            </a:r>
            <a:r>
              <a:rPr lang="es-ES" sz="1600" b="1" dirty="0">
                <a:latin typeface="Bradley Hand ITC" panose="03070402050302030203" pitchFamily="66" charset="0"/>
              </a:rPr>
              <a:t>Protege los datos internos de los objetos, permitiendo acceso solo a través de métodos definidos.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s-ES" sz="1600" b="1" dirty="0">
                <a:solidFill>
                  <a:srgbClr val="820000"/>
                </a:solidFill>
                <a:latin typeface="Bradley Hand ITC" panose="03070402050302030203" pitchFamily="66" charset="0"/>
              </a:rPr>
              <a:t>Abstracción- </a:t>
            </a:r>
            <a:r>
              <a:rPr lang="es-ES" sz="1600" b="1" dirty="0">
                <a:latin typeface="Bradley Hand ITC" panose="03070402050302030203" pitchFamily="66" charset="0"/>
              </a:rPr>
              <a:t>Permite representar entidades del mundo real en modelos computacionales, simplificando la complejidad.</a:t>
            </a:r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3123734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100 ideas de Hojas para cuaderno en 2025 | fondos de word, decoración de  unas, fondos para textos">
            <a:extLst>
              <a:ext uri="{FF2B5EF4-FFF2-40B4-BE49-F238E27FC236}">
                <a16:creationId xmlns:a16="http://schemas.microsoft.com/office/drawing/2014/main" id="{E44C29A2-F57A-D6EB-4FA7-9454F3685D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198" b="98802" l="0" r="99153">
                        <a14:foregroundMark x1="1695" y1="3293" x2="2542" y2="91317"/>
                        <a14:foregroundMark x1="2542" y1="91317" x2="17373" y2="96407"/>
                        <a14:foregroundMark x1="17373" y1="96407" x2="50847" y2="97904"/>
                        <a14:foregroundMark x1="50847" y1="97904" x2="99153" y2="97006"/>
                        <a14:foregroundMark x1="21130" y1="6414" x2="3814" y2="6587"/>
                        <a14:foregroundMark x1="93644" y1="5689" x2="21613" y2="6409"/>
                        <a14:foregroundMark x1="3814" y1="6587" x2="2119" y2="6287"/>
                        <a14:foregroundMark x1="97034" y1="4192" x2="99576" y2="72455"/>
                        <a14:foregroundMark x1="14407" y1="4192" x2="68644" y2="1198"/>
                        <a14:foregroundMark x1="68644" y1="1198" x2="89831" y2="1497"/>
                        <a14:foregroundMark x1="89831" y1="1497" x2="89831" y2="1497"/>
                        <a14:foregroundMark x1="8051" y1="2994" x2="37712" y2="1497"/>
                        <a14:foregroundMark x1="97034" y1="72455" x2="97458" y2="97305"/>
                        <a14:foregroundMark x1="97458" y1="97305" x2="97458" y2="97305"/>
                        <a14:foregroundMark x1="2966" y1="93713" x2="21186" y2="98503"/>
                        <a14:foregroundMark x1="9746" y1="91018" x2="0" y2="98802"/>
                        <a14:foregroundMark x1="3390" y1="91317" x2="12288" y2="93413"/>
                        <a14:backgroundMark x1="13559" y1="9281" x2="47034" y2="49102"/>
                        <a14:backgroundMark x1="34746" y1="23353" x2="78390" y2="59880"/>
                        <a14:backgroundMark x1="78390" y1="59880" x2="78390" y2="59880"/>
                        <a14:backgroundMark x1="18644" y1="37725" x2="18220" y2="60778"/>
                        <a14:backgroundMark x1="18220" y1="60778" x2="44915" y2="87126"/>
                        <a14:backgroundMark x1="44915" y1="87126" x2="73305" y2="80838"/>
                        <a14:backgroundMark x1="73305" y1="80838" x2="86441" y2="20060"/>
                        <a14:backgroundMark x1="86441" y1="20060" x2="44068" y2="1497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8178" y="0"/>
            <a:ext cx="6012708" cy="6842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100 ideas de Hojas para cuaderno en 2025 | fondos de word, decoración de  unas, fondos para textos">
            <a:extLst>
              <a:ext uri="{FF2B5EF4-FFF2-40B4-BE49-F238E27FC236}">
                <a16:creationId xmlns:a16="http://schemas.microsoft.com/office/drawing/2014/main" id="{06AB6A2F-E8C6-7C96-738E-AA0AA42F1C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198" b="98802" l="0" r="99153">
                        <a14:foregroundMark x1="1695" y1="3293" x2="2542" y2="91317"/>
                        <a14:foregroundMark x1="2542" y1="91317" x2="17373" y2="96407"/>
                        <a14:foregroundMark x1="17373" y1="96407" x2="50847" y2="97904"/>
                        <a14:foregroundMark x1="50847" y1="97904" x2="99153" y2="97006"/>
                        <a14:foregroundMark x1="21130" y1="6414" x2="3814" y2="6587"/>
                        <a14:foregroundMark x1="93644" y1="5689" x2="21613" y2="6409"/>
                        <a14:foregroundMark x1="3814" y1="6587" x2="2119" y2="6287"/>
                        <a14:foregroundMark x1="97034" y1="4192" x2="99576" y2="72455"/>
                        <a14:foregroundMark x1="14407" y1="4192" x2="68644" y2="1198"/>
                        <a14:foregroundMark x1="68644" y1="1198" x2="89831" y2="1497"/>
                        <a14:foregroundMark x1="89831" y1="1497" x2="89831" y2="1497"/>
                        <a14:foregroundMark x1="8051" y1="2994" x2="37712" y2="1497"/>
                        <a14:foregroundMark x1="97034" y1="72455" x2="97458" y2="97305"/>
                        <a14:foregroundMark x1="97458" y1="97305" x2="97458" y2="97305"/>
                        <a14:foregroundMark x1="2966" y1="93713" x2="21186" y2="98503"/>
                        <a14:foregroundMark x1="9746" y1="91018" x2="0" y2="98802"/>
                        <a14:foregroundMark x1="3390" y1="91317" x2="12288" y2="93413"/>
                        <a14:backgroundMark x1="13559" y1="9281" x2="47034" y2="49102"/>
                        <a14:backgroundMark x1="34746" y1="23353" x2="78390" y2="59880"/>
                        <a14:backgroundMark x1="78390" y1="59880" x2="78390" y2="59880"/>
                        <a14:backgroundMark x1="18644" y1="37725" x2="18220" y2="60778"/>
                        <a14:backgroundMark x1="18220" y1="60778" x2="44915" y2="87126"/>
                        <a14:backgroundMark x1="44915" y1="87126" x2="73305" y2="80838"/>
                        <a14:backgroundMark x1="73305" y1="80838" x2="86441" y2="20060"/>
                        <a14:backgroundMark x1="86441" y1="20060" x2="44068" y2="1497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354"/>
            <a:ext cx="6012708" cy="6842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upo 1">
            <a:extLst>
              <a:ext uri="{FF2B5EF4-FFF2-40B4-BE49-F238E27FC236}">
                <a16:creationId xmlns:a16="http://schemas.microsoft.com/office/drawing/2014/main" id="{8162DFF7-7BBA-470E-4B70-06879CE0F249}"/>
              </a:ext>
            </a:extLst>
          </p:cNvPr>
          <p:cNvGrpSpPr/>
          <p:nvPr/>
        </p:nvGrpSpPr>
        <p:grpSpPr>
          <a:xfrm>
            <a:off x="5690023" y="578498"/>
            <a:ext cx="811954" cy="5975571"/>
            <a:chOff x="5629279" y="139959"/>
            <a:chExt cx="811954" cy="5975571"/>
          </a:xfrm>
        </p:grpSpPr>
        <p:grpSp>
          <p:nvGrpSpPr>
            <p:cNvPr id="3" name="Grupo 2">
              <a:extLst>
                <a:ext uri="{FF2B5EF4-FFF2-40B4-BE49-F238E27FC236}">
                  <a16:creationId xmlns:a16="http://schemas.microsoft.com/office/drawing/2014/main" id="{CA1257F1-0486-743B-2FBF-0F5F5A5B3300}"/>
                </a:ext>
              </a:extLst>
            </p:cNvPr>
            <p:cNvGrpSpPr/>
            <p:nvPr/>
          </p:nvGrpSpPr>
          <p:grpSpPr>
            <a:xfrm>
              <a:off x="5652018" y="139959"/>
              <a:ext cx="744892" cy="674136"/>
              <a:chOff x="5652018" y="139959"/>
              <a:chExt cx="744892" cy="674136"/>
            </a:xfrm>
          </p:grpSpPr>
          <p:grpSp>
            <p:nvGrpSpPr>
              <p:cNvPr id="54" name="Grupo 53">
                <a:extLst>
                  <a:ext uri="{FF2B5EF4-FFF2-40B4-BE49-F238E27FC236}">
                    <a16:creationId xmlns:a16="http://schemas.microsoft.com/office/drawing/2014/main" id="{680D9304-E3BD-115E-07BB-795F219186B7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56" name="Elipse 55">
                  <a:extLst>
                    <a:ext uri="{FF2B5EF4-FFF2-40B4-BE49-F238E27FC236}">
                      <a16:creationId xmlns:a16="http://schemas.microsoft.com/office/drawing/2014/main" id="{97EF5E8B-6DEC-666F-0711-65CF41E3A190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57" name="Elipse 56">
                  <a:extLst>
                    <a:ext uri="{FF2B5EF4-FFF2-40B4-BE49-F238E27FC236}">
                      <a16:creationId xmlns:a16="http://schemas.microsoft.com/office/drawing/2014/main" id="{4B2D2928-56B2-85B3-9922-B9B60FAB9EE9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55" name="Arco de bloque 54">
                <a:extLst>
                  <a:ext uri="{FF2B5EF4-FFF2-40B4-BE49-F238E27FC236}">
                    <a16:creationId xmlns:a16="http://schemas.microsoft.com/office/drawing/2014/main" id="{17E0B6FC-EC58-846E-359D-AB0FC6B3B1CA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" name="Grupo 3">
              <a:extLst>
                <a:ext uri="{FF2B5EF4-FFF2-40B4-BE49-F238E27FC236}">
                  <a16:creationId xmlns:a16="http://schemas.microsoft.com/office/drawing/2014/main" id="{481DE7BF-C163-CF73-85DC-06FC86C6DA97}"/>
                </a:ext>
              </a:extLst>
            </p:cNvPr>
            <p:cNvGrpSpPr/>
            <p:nvPr/>
          </p:nvGrpSpPr>
          <p:grpSpPr>
            <a:xfrm>
              <a:off x="5674767" y="2358308"/>
              <a:ext cx="744892" cy="674136"/>
              <a:chOff x="5652018" y="139959"/>
              <a:chExt cx="744892" cy="674136"/>
            </a:xfrm>
          </p:grpSpPr>
          <p:grpSp>
            <p:nvGrpSpPr>
              <p:cNvPr id="50" name="Grupo 49">
                <a:extLst>
                  <a:ext uri="{FF2B5EF4-FFF2-40B4-BE49-F238E27FC236}">
                    <a16:creationId xmlns:a16="http://schemas.microsoft.com/office/drawing/2014/main" id="{60685BC8-2E11-A728-3627-720596F505DA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52" name="Elipse 51">
                  <a:extLst>
                    <a:ext uri="{FF2B5EF4-FFF2-40B4-BE49-F238E27FC236}">
                      <a16:creationId xmlns:a16="http://schemas.microsoft.com/office/drawing/2014/main" id="{B237F203-B27B-78F1-34CE-BEC4A52C2E37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53" name="Elipse 52">
                  <a:extLst>
                    <a:ext uri="{FF2B5EF4-FFF2-40B4-BE49-F238E27FC236}">
                      <a16:creationId xmlns:a16="http://schemas.microsoft.com/office/drawing/2014/main" id="{3E23925F-8C6D-11E1-0D50-92A39A369D23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51" name="Arco de bloque 50">
                <a:extLst>
                  <a:ext uri="{FF2B5EF4-FFF2-40B4-BE49-F238E27FC236}">
                    <a16:creationId xmlns:a16="http://schemas.microsoft.com/office/drawing/2014/main" id="{A77DB511-103D-0BDE-E236-9596CB76CE9B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" name="Grupo 4">
              <a:extLst>
                <a:ext uri="{FF2B5EF4-FFF2-40B4-BE49-F238E27FC236}">
                  <a16:creationId xmlns:a16="http://schemas.microsoft.com/office/drawing/2014/main" id="{9CEB81C0-510D-19B6-BE3B-6A3621CD83BA}"/>
                </a:ext>
              </a:extLst>
            </p:cNvPr>
            <p:cNvGrpSpPr/>
            <p:nvPr/>
          </p:nvGrpSpPr>
          <p:grpSpPr>
            <a:xfrm>
              <a:off x="5650853" y="1167491"/>
              <a:ext cx="744892" cy="674136"/>
              <a:chOff x="5652018" y="139959"/>
              <a:chExt cx="744892" cy="674136"/>
            </a:xfrm>
          </p:grpSpPr>
          <p:grpSp>
            <p:nvGrpSpPr>
              <p:cNvPr id="46" name="Grupo 45">
                <a:extLst>
                  <a:ext uri="{FF2B5EF4-FFF2-40B4-BE49-F238E27FC236}">
                    <a16:creationId xmlns:a16="http://schemas.microsoft.com/office/drawing/2014/main" id="{5546F662-F073-CDA0-0824-435FF8EBA71B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48" name="Elipse 47">
                  <a:extLst>
                    <a:ext uri="{FF2B5EF4-FFF2-40B4-BE49-F238E27FC236}">
                      <a16:creationId xmlns:a16="http://schemas.microsoft.com/office/drawing/2014/main" id="{947D50D5-5D51-575E-3065-D122EE1440C7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49" name="Elipse 48">
                  <a:extLst>
                    <a:ext uri="{FF2B5EF4-FFF2-40B4-BE49-F238E27FC236}">
                      <a16:creationId xmlns:a16="http://schemas.microsoft.com/office/drawing/2014/main" id="{3E5A0164-A1B9-2A18-9A5A-C7C8AA0F6FE7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47" name="Arco de bloque 46">
                <a:extLst>
                  <a:ext uri="{FF2B5EF4-FFF2-40B4-BE49-F238E27FC236}">
                    <a16:creationId xmlns:a16="http://schemas.microsoft.com/office/drawing/2014/main" id="{C3C47806-A7A5-9714-B79A-1C60784B2C98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B01D9E66-7291-B06F-A7A5-4CB2257F4B2A}"/>
                </a:ext>
              </a:extLst>
            </p:cNvPr>
            <p:cNvGrpSpPr/>
            <p:nvPr/>
          </p:nvGrpSpPr>
          <p:grpSpPr>
            <a:xfrm>
              <a:off x="5629279" y="1726160"/>
              <a:ext cx="744892" cy="674136"/>
              <a:chOff x="5652018" y="139959"/>
              <a:chExt cx="744892" cy="674136"/>
            </a:xfrm>
          </p:grpSpPr>
          <p:grpSp>
            <p:nvGrpSpPr>
              <p:cNvPr id="42" name="Grupo 41">
                <a:extLst>
                  <a:ext uri="{FF2B5EF4-FFF2-40B4-BE49-F238E27FC236}">
                    <a16:creationId xmlns:a16="http://schemas.microsoft.com/office/drawing/2014/main" id="{895151A8-7DE1-7717-9FEB-F2F44C4C3A14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44" name="Elipse 43">
                  <a:extLst>
                    <a:ext uri="{FF2B5EF4-FFF2-40B4-BE49-F238E27FC236}">
                      <a16:creationId xmlns:a16="http://schemas.microsoft.com/office/drawing/2014/main" id="{25ED59F2-D1FC-3C72-B546-9B45F4922D8B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45" name="Elipse 44">
                  <a:extLst>
                    <a:ext uri="{FF2B5EF4-FFF2-40B4-BE49-F238E27FC236}">
                      <a16:creationId xmlns:a16="http://schemas.microsoft.com/office/drawing/2014/main" id="{6FF791EB-2DBB-699D-DEE1-2CBE5EFFDE37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43" name="Arco de bloque 42">
                <a:extLst>
                  <a:ext uri="{FF2B5EF4-FFF2-40B4-BE49-F238E27FC236}">
                    <a16:creationId xmlns:a16="http://schemas.microsoft.com/office/drawing/2014/main" id="{6D7C4537-3A62-AD55-239F-8DD9810DF1BB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7" name="Grupo 6">
              <a:extLst>
                <a:ext uri="{FF2B5EF4-FFF2-40B4-BE49-F238E27FC236}">
                  <a16:creationId xmlns:a16="http://schemas.microsoft.com/office/drawing/2014/main" id="{E7A9CF92-FFF7-7EE1-F456-0023CFF0443F}"/>
                </a:ext>
              </a:extLst>
            </p:cNvPr>
            <p:cNvGrpSpPr/>
            <p:nvPr/>
          </p:nvGrpSpPr>
          <p:grpSpPr>
            <a:xfrm>
              <a:off x="5653963" y="658000"/>
              <a:ext cx="744892" cy="674136"/>
              <a:chOff x="5652018" y="139959"/>
              <a:chExt cx="744892" cy="674136"/>
            </a:xfrm>
          </p:grpSpPr>
          <p:grpSp>
            <p:nvGrpSpPr>
              <p:cNvPr id="38" name="Grupo 37">
                <a:extLst>
                  <a:ext uri="{FF2B5EF4-FFF2-40B4-BE49-F238E27FC236}">
                    <a16:creationId xmlns:a16="http://schemas.microsoft.com/office/drawing/2014/main" id="{865C0278-9E59-B350-16CD-C68FFD2C6057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40" name="Elipse 39">
                  <a:extLst>
                    <a:ext uri="{FF2B5EF4-FFF2-40B4-BE49-F238E27FC236}">
                      <a16:creationId xmlns:a16="http://schemas.microsoft.com/office/drawing/2014/main" id="{C07C6D44-B0CC-D89A-2B00-E81100693B3E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41" name="Elipse 40">
                  <a:extLst>
                    <a:ext uri="{FF2B5EF4-FFF2-40B4-BE49-F238E27FC236}">
                      <a16:creationId xmlns:a16="http://schemas.microsoft.com/office/drawing/2014/main" id="{034B720A-EBF4-C5A4-04F6-56F47837EBF2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39" name="Arco de bloque 38">
                <a:extLst>
                  <a:ext uri="{FF2B5EF4-FFF2-40B4-BE49-F238E27FC236}">
                    <a16:creationId xmlns:a16="http://schemas.microsoft.com/office/drawing/2014/main" id="{C47D5616-3D6C-0E3D-2B18-C88CE0082F0E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8" name="Grupo 7">
              <a:extLst>
                <a:ext uri="{FF2B5EF4-FFF2-40B4-BE49-F238E27FC236}">
                  <a16:creationId xmlns:a16="http://schemas.microsoft.com/office/drawing/2014/main" id="{2EFC8B63-7DC7-91EC-5D4A-F67E25F1000B}"/>
                </a:ext>
              </a:extLst>
            </p:cNvPr>
            <p:cNvGrpSpPr/>
            <p:nvPr/>
          </p:nvGrpSpPr>
          <p:grpSpPr>
            <a:xfrm>
              <a:off x="5652799" y="608822"/>
              <a:ext cx="744892" cy="674136"/>
              <a:chOff x="5652018" y="139959"/>
              <a:chExt cx="744892" cy="674136"/>
            </a:xfrm>
          </p:grpSpPr>
          <p:grpSp>
            <p:nvGrpSpPr>
              <p:cNvPr id="34" name="Grupo 33">
                <a:extLst>
                  <a:ext uri="{FF2B5EF4-FFF2-40B4-BE49-F238E27FC236}">
                    <a16:creationId xmlns:a16="http://schemas.microsoft.com/office/drawing/2014/main" id="{3471F95C-9C41-272C-5A71-18851CE49757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36" name="Elipse 35">
                  <a:extLst>
                    <a:ext uri="{FF2B5EF4-FFF2-40B4-BE49-F238E27FC236}">
                      <a16:creationId xmlns:a16="http://schemas.microsoft.com/office/drawing/2014/main" id="{0C1830F4-7F53-BDC4-D668-DA565C1E5F12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37" name="Elipse 36">
                  <a:extLst>
                    <a:ext uri="{FF2B5EF4-FFF2-40B4-BE49-F238E27FC236}">
                      <a16:creationId xmlns:a16="http://schemas.microsoft.com/office/drawing/2014/main" id="{6E5FDA0C-8A53-2967-59AC-E29B0136C0B6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35" name="Arco de bloque 34">
                <a:extLst>
                  <a:ext uri="{FF2B5EF4-FFF2-40B4-BE49-F238E27FC236}">
                    <a16:creationId xmlns:a16="http://schemas.microsoft.com/office/drawing/2014/main" id="{B207CE0A-DAED-B5DB-E99A-BBE1CF01B7CD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9BACE959-088F-4A4E-7AFB-F6791100C7BA}"/>
                </a:ext>
              </a:extLst>
            </p:cNvPr>
            <p:cNvGrpSpPr/>
            <p:nvPr/>
          </p:nvGrpSpPr>
          <p:grpSpPr>
            <a:xfrm>
              <a:off x="5656494" y="2956438"/>
              <a:ext cx="744892" cy="674136"/>
              <a:chOff x="5652018" y="139959"/>
              <a:chExt cx="744892" cy="674136"/>
            </a:xfrm>
          </p:grpSpPr>
          <p:grpSp>
            <p:nvGrpSpPr>
              <p:cNvPr id="30" name="Grupo 29">
                <a:extLst>
                  <a:ext uri="{FF2B5EF4-FFF2-40B4-BE49-F238E27FC236}">
                    <a16:creationId xmlns:a16="http://schemas.microsoft.com/office/drawing/2014/main" id="{466D8ED0-5677-58EB-AFF0-FEA735E52DB4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32" name="Elipse 31">
                  <a:extLst>
                    <a:ext uri="{FF2B5EF4-FFF2-40B4-BE49-F238E27FC236}">
                      <a16:creationId xmlns:a16="http://schemas.microsoft.com/office/drawing/2014/main" id="{4A76E96E-80A4-C6AA-7C6F-09BCEA2B0F11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33" name="Elipse 32">
                  <a:extLst>
                    <a:ext uri="{FF2B5EF4-FFF2-40B4-BE49-F238E27FC236}">
                      <a16:creationId xmlns:a16="http://schemas.microsoft.com/office/drawing/2014/main" id="{EA284780-A813-2F09-0767-5BF56EC03AA5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31" name="Arco de bloque 30">
                <a:extLst>
                  <a:ext uri="{FF2B5EF4-FFF2-40B4-BE49-F238E27FC236}">
                    <a16:creationId xmlns:a16="http://schemas.microsoft.com/office/drawing/2014/main" id="{93D19D81-92A4-CF56-67BE-F29E58F0558D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D64C6C32-BF92-2BC0-79B1-56EA02A7271E}"/>
                </a:ext>
              </a:extLst>
            </p:cNvPr>
            <p:cNvGrpSpPr/>
            <p:nvPr/>
          </p:nvGrpSpPr>
          <p:grpSpPr>
            <a:xfrm>
              <a:off x="5653193" y="3582761"/>
              <a:ext cx="744892" cy="674136"/>
              <a:chOff x="5652018" y="139959"/>
              <a:chExt cx="744892" cy="674136"/>
            </a:xfrm>
          </p:grpSpPr>
          <p:grpSp>
            <p:nvGrpSpPr>
              <p:cNvPr id="26" name="Grupo 25">
                <a:extLst>
                  <a:ext uri="{FF2B5EF4-FFF2-40B4-BE49-F238E27FC236}">
                    <a16:creationId xmlns:a16="http://schemas.microsoft.com/office/drawing/2014/main" id="{19FBB10E-1BDF-58FB-E2D9-147436C2431D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28" name="Elipse 27">
                  <a:extLst>
                    <a:ext uri="{FF2B5EF4-FFF2-40B4-BE49-F238E27FC236}">
                      <a16:creationId xmlns:a16="http://schemas.microsoft.com/office/drawing/2014/main" id="{060DCFF3-C3D8-90B0-E857-27829FD82ED2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29" name="Elipse 28">
                  <a:extLst>
                    <a:ext uri="{FF2B5EF4-FFF2-40B4-BE49-F238E27FC236}">
                      <a16:creationId xmlns:a16="http://schemas.microsoft.com/office/drawing/2014/main" id="{EC8F7AA7-6288-A86C-472B-5681AA2E603B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27" name="Arco de bloque 26">
                <a:extLst>
                  <a:ext uri="{FF2B5EF4-FFF2-40B4-BE49-F238E27FC236}">
                    <a16:creationId xmlns:a16="http://schemas.microsoft.com/office/drawing/2014/main" id="{1B35B3BA-93C0-E806-672B-3A6F4DAC5BFE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1" name="Grupo 10">
              <a:extLst>
                <a:ext uri="{FF2B5EF4-FFF2-40B4-BE49-F238E27FC236}">
                  <a16:creationId xmlns:a16="http://schemas.microsoft.com/office/drawing/2014/main" id="{13957759-40B4-64D9-B350-4F08AD5E4AEC}"/>
                </a:ext>
              </a:extLst>
            </p:cNvPr>
            <p:cNvGrpSpPr/>
            <p:nvPr/>
          </p:nvGrpSpPr>
          <p:grpSpPr>
            <a:xfrm>
              <a:off x="5670491" y="4210234"/>
              <a:ext cx="744892" cy="674136"/>
              <a:chOff x="5652018" y="139959"/>
              <a:chExt cx="744892" cy="674136"/>
            </a:xfrm>
          </p:grpSpPr>
          <p:grpSp>
            <p:nvGrpSpPr>
              <p:cNvPr id="22" name="Grupo 21">
                <a:extLst>
                  <a:ext uri="{FF2B5EF4-FFF2-40B4-BE49-F238E27FC236}">
                    <a16:creationId xmlns:a16="http://schemas.microsoft.com/office/drawing/2014/main" id="{84EDDE82-105F-9203-CA13-15036D50B651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24" name="Elipse 23">
                  <a:extLst>
                    <a:ext uri="{FF2B5EF4-FFF2-40B4-BE49-F238E27FC236}">
                      <a16:creationId xmlns:a16="http://schemas.microsoft.com/office/drawing/2014/main" id="{D9D555D2-D209-3B2B-CDCE-28C6FA8554F7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25" name="Elipse 24">
                  <a:extLst>
                    <a:ext uri="{FF2B5EF4-FFF2-40B4-BE49-F238E27FC236}">
                      <a16:creationId xmlns:a16="http://schemas.microsoft.com/office/drawing/2014/main" id="{B0D3E5D5-107B-0149-E0FA-6346514633A3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23" name="Arco de bloque 22">
                <a:extLst>
                  <a:ext uri="{FF2B5EF4-FFF2-40B4-BE49-F238E27FC236}">
                    <a16:creationId xmlns:a16="http://schemas.microsoft.com/office/drawing/2014/main" id="{A588C959-B7F1-7A19-4B23-30DA879CC5DF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2" name="Grupo 11">
              <a:extLst>
                <a:ext uri="{FF2B5EF4-FFF2-40B4-BE49-F238E27FC236}">
                  <a16:creationId xmlns:a16="http://schemas.microsoft.com/office/drawing/2014/main" id="{BD52CFDE-BA10-9AAC-8D01-522CB80A0C30}"/>
                </a:ext>
              </a:extLst>
            </p:cNvPr>
            <p:cNvGrpSpPr/>
            <p:nvPr/>
          </p:nvGrpSpPr>
          <p:grpSpPr>
            <a:xfrm>
              <a:off x="5696341" y="4830379"/>
              <a:ext cx="744892" cy="674136"/>
              <a:chOff x="5652018" y="139959"/>
              <a:chExt cx="744892" cy="674136"/>
            </a:xfrm>
          </p:grpSpPr>
          <p:grpSp>
            <p:nvGrpSpPr>
              <p:cNvPr id="18" name="Grupo 17">
                <a:extLst>
                  <a:ext uri="{FF2B5EF4-FFF2-40B4-BE49-F238E27FC236}">
                    <a16:creationId xmlns:a16="http://schemas.microsoft.com/office/drawing/2014/main" id="{7F172DD3-EA03-5DD1-CDE9-3EF4B434F457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20" name="Elipse 19">
                  <a:extLst>
                    <a:ext uri="{FF2B5EF4-FFF2-40B4-BE49-F238E27FC236}">
                      <a16:creationId xmlns:a16="http://schemas.microsoft.com/office/drawing/2014/main" id="{CAE0C1A3-0EE3-51C0-5616-7F72899CD34E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21" name="Elipse 20">
                  <a:extLst>
                    <a:ext uri="{FF2B5EF4-FFF2-40B4-BE49-F238E27FC236}">
                      <a16:creationId xmlns:a16="http://schemas.microsoft.com/office/drawing/2014/main" id="{54CB7376-250D-50F0-9DED-2C15E597887C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19" name="Arco de bloque 18">
                <a:extLst>
                  <a:ext uri="{FF2B5EF4-FFF2-40B4-BE49-F238E27FC236}">
                    <a16:creationId xmlns:a16="http://schemas.microsoft.com/office/drawing/2014/main" id="{35E01A8D-B741-72FA-93E4-9BFCF301E08E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3" name="Grupo 12">
              <a:extLst>
                <a:ext uri="{FF2B5EF4-FFF2-40B4-BE49-F238E27FC236}">
                  <a16:creationId xmlns:a16="http://schemas.microsoft.com/office/drawing/2014/main" id="{356A9DA1-1916-6D78-5776-7DD5EEF5E838}"/>
                </a:ext>
              </a:extLst>
            </p:cNvPr>
            <p:cNvGrpSpPr/>
            <p:nvPr/>
          </p:nvGrpSpPr>
          <p:grpSpPr>
            <a:xfrm>
              <a:off x="5687398" y="5441394"/>
              <a:ext cx="744892" cy="674136"/>
              <a:chOff x="5652018" y="139959"/>
              <a:chExt cx="744892" cy="674136"/>
            </a:xfrm>
          </p:grpSpPr>
          <p:grpSp>
            <p:nvGrpSpPr>
              <p:cNvPr id="14" name="Grupo 13">
                <a:extLst>
                  <a:ext uri="{FF2B5EF4-FFF2-40B4-BE49-F238E27FC236}">
                    <a16:creationId xmlns:a16="http://schemas.microsoft.com/office/drawing/2014/main" id="{399C72D8-B4E4-31E3-1D65-4E01D720EA2D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16" name="Elipse 15">
                  <a:extLst>
                    <a:ext uri="{FF2B5EF4-FFF2-40B4-BE49-F238E27FC236}">
                      <a16:creationId xmlns:a16="http://schemas.microsoft.com/office/drawing/2014/main" id="{9AC35C7E-3215-6B41-C3D4-205CE1803276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17" name="Elipse 16">
                  <a:extLst>
                    <a:ext uri="{FF2B5EF4-FFF2-40B4-BE49-F238E27FC236}">
                      <a16:creationId xmlns:a16="http://schemas.microsoft.com/office/drawing/2014/main" id="{7A6520B4-1518-B262-4A22-85A0F983E442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15" name="Arco de bloque 14">
                <a:extLst>
                  <a:ext uri="{FF2B5EF4-FFF2-40B4-BE49-F238E27FC236}">
                    <a16:creationId xmlns:a16="http://schemas.microsoft.com/office/drawing/2014/main" id="{3476E2E5-6D93-2ABE-9E82-F620D6743368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61" name="CuadroTexto 60">
            <a:extLst>
              <a:ext uri="{FF2B5EF4-FFF2-40B4-BE49-F238E27FC236}">
                <a16:creationId xmlns:a16="http://schemas.microsoft.com/office/drawing/2014/main" id="{A5D55D3B-1A96-88A0-9C0E-444068AB780E}"/>
              </a:ext>
            </a:extLst>
          </p:cNvPr>
          <p:cNvSpPr txBox="1"/>
          <p:nvPr/>
        </p:nvSpPr>
        <p:spPr>
          <a:xfrm>
            <a:off x="452883" y="705947"/>
            <a:ext cx="5101233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600" b="1" dirty="0">
                <a:latin typeface="Bradley Hand ITC" panose="03070402050302030203" pitchFamily="66" charset="0"/>
              </a:rPr>
              <a:t>5- </a:t>
            </a:r>
            <a:r>
              <a:rPr lang="es-ES" sz="1600" b="1" dirty="0">
                <a:solidFill>
                  <a:srgbClr val="820000"/>
                </a:solidFill>
                <a:latin typeface="Bradley Hand ITC" panose="03070402050302030203" pitchFamily="66" charset="0"/>
              </a:rPr>
              <a:t>Escalabilidad-</a:t>
            </a:r>
            <a:r>
              <a:rPr lang="es-ES" sz="1600" b="1" dirty="0">
                <a:latin typeface="Bradley Hand ITC" panose="03070402050302030203" pitchFamily="66" charset="0"/>
              </a:rPr>
              <a:t> Es adecuado para el desarrollo de sistemas grandes y complejos, porque facilita dividir el trabajo en módulos independientes y escalables.</a:t>
            </a:r>
          </a:p>
          <a:p>
            <a:pPr algn="just"/>
            <a:r>
              <a:rPr lang="es-ES" sz="1600" b="1" dirty="0">
                <a:latin typeface="Bradley Hand ITC" panose="03070402050302030203" pitchFamily="66" charset="0"/>
              </a:rPr>
              <a:t>6- </a:t>
            </a:r>
            <a:r>
              <a:rPr lang="es-ES" sz="1600" b="1" dirty="0">
                <a:solidFill>
                  <a:srgbClr val="820000"/>
                </a:solidFill>
                <a:latin typeface="Bradley Hand ITC" panose="03070402050302030203" pitchFamily="66" charset="0"/>
              </a:rPr>
              <a:t>Mantenimiento más Sencillo- </a:t>
            </a:r>
            <a:r>
              <a:rPr lang="es-ES" sz="1600" b="1" dirty="0">
                <a:latin typeface="Bradley Hand ITC" panose="03070402050302030203" pitchFamily="66" charset="0"/>
              </a:rPr>
              <a:t>Los cambios se realizan en clases específicas sin afectar todo el sistema.</a:t>
            </a:r>
          </a:p>
          <a:p>
            <a:pPr algn="just"/>
            <a:r>
              <a:rPr lang="es-ES" sz="1600" b="1" dirty="0">
                <a:latin typeface="Bradley Hand ITC" panose="03070402050302030203" pitchFamily="66" charset="0"/>
              </a:rPr>
              <a:t>7- </a:t>
            </a:r>
            <a:r>
              <a:rPr lang="es-ES" sz="1600" b="1" dirty="0">
                <a:solidFill>
                  <a:srgbClr val="820000"/>
                </a:solidFill>
                <a:latin typeface="Bradley Hand ITC" panose="03070402050302030203" pitchFamily="66" charset="0"/>
              </a:rPr>
              <a:t>Flexibilidad y Extensibilidad- </a:t>
            </a:r>
            <a:r>
              <a:rPr lang="es-ES" sz="1600" b="1" dirty="0">
                <a:latin typeface="Bradley Hand ITC" panose="03070402050302030203" pitchFamily="66" charset="0"/>
              </a:rPr>
              <a:t>Permite adaptar y ampliar sistemas de manera más rápida y ordenada.</a:t>
            </a:r>
          </a:p>
          <a:p>
            <a:pPr algn="just"/>
            <a:r>
              <a:rPr lang="es-ES" sz="1600" b="1" dirty="0">
                <a:latin typeface="Bradley Hand ITC" panose="03070402050302030203" pitchFamily="66" charset="0"/>
              </a:rPr>
              <a:t>8-</a:t>
            </a:r>
            <a:r>
              <a:rPr lang="es-ES" sz="1600" b="1" dirty="0">
                <a:solidFill>
                  <a:srgbClr val="820000"/>
                </a:solidFill>
                <a:latin typeface="Bradley Hand ITC" panose="03070402050302030203" pitchFamily="66" charset="0"/>
              </a:rPr>
              <a:t> Productividad- </a:t>
            </a:r>
            <a:r>
              <a:rPr lang="es-ES" sz="1600" b="1" dirty="0">
                <a:latin typeface="Bradley Hand ITC" panose="03070402050302030203" pitchFamily="66" charset="0"/>
              </a:rPr>
              <a:t>Facilita el trabajo en equipo ya que varios programadores pueden desarrollar distintas clases y objetos de forma independiente.</a:t>
            </a:r>
          </a:p>
          <a:p>
            <a:endParaRPr lang="es-PE" dirty="0"/>
          </a:p>
        </p:txBody>
      </p:sp>
      <p:sp>
        <p:nvSpPr>
          <p:cNvPr id="1024" name="CuadroTexto 1023">
            <a:extLst>
              <a:ext uri="{FF2B5EF4-FFF2-40B4-BE49-F238E27FC236}">
                <a16:creationId xmlns:a16="http://schemas.microsoft.com/office/drawing/2014/main" id="{52686A01-6358-703B-B0C0-265390876B33}"/>
              </a:ext>
            </a:extLst>
          </p:cNvPr>
          <p:cNvSpPr txBox="1"/>
          <p:nvPr/>
        </p:nvSpPr>
        <p:spPr>
          <a:xfrm>
            <a:off x="419865" y="3207394"/>
            <a:ext cx="5127455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000" b="1" u="sng" dirty="0">
                <a:solidFill>
                  <a:srgbClr val="8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phant" panose="02020904090505020303" pitchFamily="18" charset="0"/>
              </a:rPr>
              <a:t>Aplicaciones de la P.O.O</a:t>
            </a:r>
          </a:p>
          <a:p>
            <a:pPr algn="just"/>
            <a:r>
              <a:rPr lang="es-ES" sz="1600" b="1" dirty="0">
                <a:latin typeface="Bradley Hand ITC" panose="03070402050302030203" pitchFamily="66" charset="0"/>
              </a:rPr>
              <a:t>La P.O.O. se aplica en una amplia variedad de áreas del desarrollo de software ya que facilita la construcción de sistemas modulares, reutilizables y escalables. Entre sus principales aplicaciones, destacan:</a:t>
            </a:r>
          </a:p>
          <a:p>
            <a:pPr algn="just">
              <a:buFont typeface="+mj-lt"/>
              <a:buAutoNum type="arabicPeriod"/>
            </a:pPr>
            <a:r>
              <a:rPr lang="es-ES" sz="1600" b="1" dirty="0">
                <a:solidFill>
                  <a:srgbClr val="820000"/>
                </a:solidFill>
                <a:latin typeface="Bradley Hand ITC" panose="03070402050302030203" pitchFamily="66" charset="0"/>
              </a:rPr>
              <a:t>Desarrollo de aplicaciones de escritorio- </a:t>
            </a:r>
            <a:r>
              <a:rPr lang="es-ES" sz="1600" b="1" dirty="0">
                <a:latin typeface="Bradley Hand ITC" panose="03070402050302030203" pitchFamily="66" charset="0"/>
              </a:rPr>
              <a:t>Programas de editores de texto, hojas de cálculo o software de gestión utilizan P.O.O. para organizar ventanas, menú, botones y acciones como objetos.</a:t>
            </a:r>
          </a:p>
          <a:p>
            <a:pPr algn="just">
              <a:buFont typeface="+mj-lt"/>
              <a:buAutoNum type="arabicPeriod"/>
            </a:pPr>
            <a:r>
              <a:rPr lang="es-ES" sz="1600" b="1" dirty="0">
                <a:solidFill>
                  <a:srgbClr val="820000"/>
                </a:solidFill>
                <a:latin typeface="Bradley Hand ITC" panose="03070402050302030203" pitchFamily="66" charset="0"/>
              </a:rPr>
              <a:t>Aplicaciones web y móviles- </a:t>
            </a:r>
            <a:r>
              <a:rPr lang="es-ES" sz="1600" b="1" i="1" dirty="0">
                <a:latin typeface="Bradley Hand ITC" panose="03070402050302030203" pitchFamily="66" charset="0"/>
              </a:rPr>
              <a:t>DreamWorks</a:t>
            </a:r>
            <a:r>
              <a:rPr lang="es-ES" sz="1600" b="1" dirty="0">
                <a:latin typeface="Bradley Hand ITC" panose="03070402050302030203" pitchFamily="66" charset="0"/>
              </a:rPr>
              <a:t> modernos aplican principios de programación a objetos para manejar usuarios, productos, pedidos, mensajes, etc.</a:t>
            </a:r>
          </a:p>
          <a:p>
            <a:endParaRPr lang="es-PE" dirty="0"/>
          </a:p>
        </p:txBody>
      </p:sp>
      <p:sp>
        <p:nvSpPr>
          <p:cNvPr id="1025" name="CuadroTexto 1024">
            <a:extLst>
              <a:ext uri="{FF2B5EF4-FFF2-40B4-BE49-F238E27FC236}">
                <a16:creationId xmlns:a16="http://schemas.microsoft.com/office/drawing/2014/main" id="{4E35DCAB-CB14-20B8-A235-AE91F04F5021}"/>
              </a:ext>
            </a:extLst>
          </p:cNvPr>
          <p:cNvSpPr txBox="1"/>
          <p:nvPr/>
        </p:nvSpPr>
        <p:spPr>
          <a:xfrm>
            <a:off x="6599597" y="809653"/>
            <a:ext cx="5250281" cy="5786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600" b="1" dirty="0">
                <a:latin typeface="Bradley Hand ITC" panose="03070402050302030203" pitchFamily="66" charset="0"/>
              </a:rPr>
              <a:t>3- </a:t>
            </a:r>
            <a:r>
              <a:rPr lang="es-ES" sz="1600" b="1" dirty="0">
                <a:solidFill>
                  <a:srgbClr val="820000"/>
                </a:solidFill>
                <a:latin typeface="Bradley Hand ITC" panose="03070402050302030203" pitchFamily="66" charset="0"/>
              </a:rPr>
              <a:t>Sistemas de bases de datos: </a:t>
            </a:r>
            <a:r>
              <a:rPr lang="es-ES" sz="1600" b="1" dirty="0">
                <a:latin typeface="Bradley Hand ITC" panose="03070402050302030203" pitchFamily="66" charset="0"/>
              </a:rPr>
              <a:t>La programación orientada a objetos se usa en el diseño de base de datos orientada a objetos y O.R.M. (</a:t>
            </a:r>
            <a:r>
              <a:rPr lang="es-ES" sz="1600" b="1" dirty="0" err="1">
                <a:latin typeface="Bradley Hand ITC" panose="03070402050302030203" pitchFamily="66" charset="0"/>
              </a:rPr>
              <a:t>Object-Relational</a:t>
            </a:r>
            <a:r>
              <a:rPr lang="es-ES" sz="1600" b="1" dirty="0">
                <a:latin typeface="Bradley Hand ITC" panose="03070402050302030203" pitchFamily="66" charset="0"/>
              </a:rPr>
              <a:t> </a:t>
            </a:r>
            <a:r>
              <a:rPr lang="es-ES" sz="1600" b="1" dirty="0" err="1">
                <a:latin typeface="Bradley Hand ITC" panose="03070402050302030203" pitchFamily="66" charset="0"/>
              </a:rPr>
              <a:t>Mapping</a:t>
            </a:r>
            <a:r>
              <a:rPr lang="es-ES" sz="1600" b="1" dirty="0">
                <a:latin typeface="Bradley Hand ITC" panose="03070402050302030203" pitchFamily="66" charset="0"/>
              </a:rPr>
              <a:t>), que permiten mapear tablas a objetos de manera directa.</a:t>
            </a:r>
          </a:p>
          <a:p>
            <a:pPr algn="just"/>
            <a:r>
              <a:rPr lang="es-ES" sz="1600" b="1" dirty="0">
                <a:latin typeface="Bradley Hand ITC" panose="03070402050302030203" pitchFamily="66" charset="0"/>
              </a:rPr>
              <a:t>4- </a:t>
            </a:r>
            <a:r>
              <a:rPr lang="es-ES" sz="1600" b="1" dirty="0">
                <a:solidFill>
                  <a:srgbClr val="820000"/>
                </a:solidFill>
                <a:latin typeface="Bradley Hand ITC" panose="03070402050302030203" pitchFamily="66" charset="0"/>
              </a:rPr>
              <a:t>Videojuegos: Cada personaje, </a:t>
            </a:r>
            <a:r>
              <a:rPr lang="es-ES" sz="1600" b="1" dirty="0">
                <a:latin typeface="Bradley Hand ITC" panose="03070402050302030203" pitchFamily="66" charset="0"/>
              </a:rPr>
              <a:t>enemigo, escenario o arma puede representarse como un Objeto con atributos (eje X, eje Y, eje Z, posición 3 [celar]) y métodos (moverse, atacar, desaparecer).</a:t>
            </a:r>
          </a:p>
          <a:p>
            <a:pPr algn="just"/>
            <a:r>
              <a:rPr lang="es-ES" sz="1600" b="1" dirty="0">
                <a:latin typeface="Bradley Hand ITC" panose="03070402050302030203" pitchFamily="66" charset="0"/>
              </a:rPr>
              <a:t>5- </a:t>
            </a:r>
            <a:r>
              <a:rPr lang="es-ES" sz="1600" b="1" dirty="0">
                <a:solidFill>
                  <a:srgbClr val="820000"/>
                </a:solidFill>
                <a:latin typeface="Bradley Hand ITC" panose="03070402050302030203" pitchFamily="66" charset="0"/>
              </a:rPr>
              <a:t>Inteligencia Artificial y Simulación: </a:t>
            </a:r>
            <a:r>
              <a:rPr lang="es-ES" sz="1600" b="1" dirty="0">
                <a:latin typeface="Bradley Hand ITC" panose="03070402050302030203" pitchFamily="66" charset="0"/>
              </a:rPr>
              <a:t>Los agentes inteligentes, redes neuronales o simulaciones físicas se modelan como objetos que actúan entre sí.</a:t>
            </a:r>
          </a:p>
          <a:p>
            <a:pPr algn="just"/>
            <a:r>
              <a:rPr lang="es-ES" sz="1600" b="1" dirty="0">
                <a:latin typeface="Bradley Hand ITC" panose="03070402050302030203" pitchFamily="66" charset="0"/>
              </a:rPr>
              <a:t>6- </a:t>
            </a:r>
            <a:r>
              <a:rPr lang="es-ES" sz="1600" b="1" dirty="0">
                <a:solidFill>
                  <a:srgbClr val="820000"/>
                </a:solidFill>
                <a:latin typeface="Bradley Hand ITC" panose="03070402050302030203" pitchFamily="66" charset="0"/>
              </a:rPr>
              <a:t>Sistemas distribuidos y en la nube: </a:t>
            </a:r>
            <a:r>
              <a:rPr lang="es-ES" sz="1600" b="1" dirty="0">
                <a:latin typeface="Bradley Hand ITC" panose="03070402050302030203" pitchFamily="66" charset="0"/>
              </a:rPr>
              <a:t>Los servicios se modelan como objetos que se comunican en diferentes nodos, manteniendo modularidad y escalabilidad.</a:t>
            </a:r>
          </a:p>
          <a:p>
            <a:pPr algn="just"/>
            <a:r>
              <a:rPr lang="es-ES" sz="1600" b="1" dirty="0">
                <a:latin typeface="Bradley Hand ITC" panose="03070402050302030203" pitchFamily="66" charset="0"/>
              </a:rPr>
              <a:t>7- </a:t>
            </a:r>
            <a:r>
              <a:rPr lang="es-ES" sz="1600" b="1" dirty="0">
                <a:solidFill>
                  <a:srgbClr val="820000"/>
                </a:solidFill>
                <a:latin typeface="Bradley Hand ITC" panose="03070402050302030203" pitchFamily="66" charset="0"/>
              </a:rPr>
              <a:t>Interfaces</a:t>
            </a:r>
            <a:r>
              <a:rPr lang="es-ES" sz="1600" b="1" dirty="0">
                <a:latin typeface="Bradley Hand ITC" panose="03070402050302030203" pitchFamily="66" charset="0"/>
              </a:rPr>
              <a:t> gráficas de usuario (</a:t>
            </a:r>
            <a:r>
              <a:rPr lang="es-ES" sz="1600" b="1" dirty="0" err="1">
                <a:latin typeface="Bradley Hand ITC" panose="03070402050302030203" pitchFamily="66" charset="0"/>
              </a:rPr>
              <a:t>GUIs</a:t>
            </a:r>
            <a:r>
              <a:rPr lang="es-ES" sz="1600" b="1" dirty="0">
                <a:latin typeface="Bradley Hand ITC" panose="03070402050302030203" pitchFamily="66" charset="0"/>
              </a:rPr>
              <a:t>): Librerías como </a:t>
            </a:r>
            <a:r>
              <a:rPr lang="es-ES" sz="1600" b="1" dirty="0" err="1">
                <a:latin typeface="Bradley Hand ITC" panose="03070402050302030203" pitchFamily="66" charset="0"/>
              </a:rPr>
              <a:t>Tkinter</a:t>
            </a:r>
            <a:r>
              <a:rPr lang="es-ES" sz="1600" b="1" dirty="0">
                <a:latin typeface="Bradley Hand ITC" panose="03070402050302030203" pitchFamily="66" charset="0"/>
              </a:rPr>
              <a:t> (Python), </a:t>
            </a:r>
            <a:r>
              <a:rPr lang="es-ES" sz="1600" b="1" dirty="0" err="1">
                <a:latin typeface="Bradley Hand ITC" panose="03070402050302030203" pitchFamily="66" charset="0"/>
              </a:rPr>
              <a:t>JavaFX</a:t>
            </a:r>
            <a:r>
              <a:rPr lang="es-ES" sz="1600" b="1" dirty="0">
                <a:latin typeface="Bradley Hand ITC" panose="03070402050302030203" pitchFamily="66" charset="0"/>
              </a:rPr>
              <a:t> (Java) y otros, organizan elementos gráficos (botones, menús, ...) como objetos reutilizables.</a:t>
            </a:r>
          </a:p>
          <a:p>
            <a:pPr algn="just"/>
            <a:r>
              <a:rPr lang="es-ES" sz="1600" b="1" dirty="0">
                <a:latin typeface="Bradley Hand ITC" panose="03070402050302030203" pitchFamily="66" charset="0"/>
              </a:rPr>
              <a:t>En conclusión, la POO se aplica en cualquier área donde se requiera organizar y modular entidades complejas del mundo real siendo el paradigma en el desarrollo de software moderno.</a:t>
            </a:r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92977395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Picture 2" descr="Imágenes de Borde mar - Descarga gratuita en Freepik">
            <a:extLst>
              <a:ext uri="{FF2B5EF4-FFF2-40B4-BE49-F238E27FC236}">
                <a16:creationId xmlns:a16="http://schemas.microsoft.com/office/drawing/2014/main" id="{D5E71CB5-7A51-8AC5-7675-A5D58202D7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1994" y="35957"/>
            <a:ext cx="602864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Imágenes de Borde mar - Descarga gratuita en Freepik">
            <a:extLst>
              <a:ext uri="{FF2B5EF4-FFF2-40B4-BE49-F238E27FC236}">
                <a16:creationId xmlns:a16="http://schemas.microsoft.com/office/drawing/2014/main" id="{7E8F3A53-5D4F-8B61-469D-FFB867F8AC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943" y="35957"/>
            <a:ext cx="602864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upo 1">
            <a:extLst>
              <a:ext uri="{FF2B5EF4-FFF2-40B4-BE49-F238E27FC236}">
                <a16:creationId xmlns:a16="http://schemas.microsoft.com/office/drawing/2014/main" id="{2F63B854-46B7-A076-82F2-DE927F3FC8FA}"/>
              </a:ext>
            </a:extLst>
          </p:cNvPr>
          <p:cNvGrpSpPr/>
          <p:nvPr/>
        </p:nvGrpSpPr>
        <p:grpSpPr>
          <a:xfrm>
            <a:off x="5690023" y="559837"/>
            <a:ext cx="811954" cy="5975571"/>
            <a:chOff x="5629279" y="139959"/>
            <a:chExt cx="811954" cy="5975571"/>
          </a:xfrm>
        </p:grpSpPr>
        <p:grpSp>
          <p:nvGrpSpPr>
            <p:cNvPr id="3" name="Grupo 2">
              <a:extLst>
                <a:ext uri="{FF2B5EF4-FFF2-40B4-BE49-F238E27FC236}">
                  <a16:creationId xmlns:a16="http://schemas.microsoft.com/office/drawing/2014/main" id="{77BD20FD-2E7A-E74D-9F8A-F07947E3CCB5}"/>
                </a:ext>
              </a:extLst>
            </p:cNvPr>
            <p:cNvGrpSpPr/>
            <p:nvPr/>
          </p:nvGrpSpPr>
          <p:grpSpPr>
            <a:xfrm>
              <a:off x="5652018" y="139959"/>
              <a:ext cx="744892" cy="674136"/>
              <a:chOff x="5652018" y="139959"/>
              <a:chExt cx="744892" cy="674136"/>
            </a:xfrm>
          </p:grpSpPr>
          <p:grpSp>
            <p:nvGrpSpPr>
              <p:cNvPr id="54" name="Grupo 53">
                <a:extLst>
                  <a:ext uri="{FF2B5EF4-FFF2-40B4-BE49-F238E27FC236}">
                    <a16:creationId xmlns:a16="http://schemas.microsoft.com/office/drawing/2014/main" id="{2A24F3A0-67FA-1506-CC7E-4F1128748199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56" name="Elipse 55">
                  <a:extLst>
                    <a:ext uri="{FF2B5EF4-FFF2-40B4-BE49-F238E27FC236}">
                      <a16:creationId xmlns:a16="http://schemas.microsoft.com/office/drawing/2014/main" id="{607481BE-187B-2488-C671-BA9173FE7C17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57" name="Elipse 56">
                  <a:extLst>
                    <a:ext uri="{FF2B5EF4-FFF2-40B4-BE49-F238E27FC236}">
                      <a16:creationId xmlns:a16="http://schemas.microsoft.com/office/drawing/2014/main" id="{96FBFA8C-975D-EDE2-0605-A9F6BDEBCD0F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55" name="Arco de bloque 54">
                <a:extLst>
                  <a:ext uri="{FF2B5EF4-FFF2-40B4-BE49-F238E27FC236}">
                    <a16:creationId xmlns:a16="http://schemas.microsoft.com/office/drawing/2014/main" id="{FF35C3FC-57D4-5C8E-3070-2F8FB5E25AC3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" name="Grupo 3">
              <a:extLst>
                <a:ext uri="{FF2B5EF4-FFF2-40B4-BE49-F238E27FC236}">
                  <a16:creationId xmlns:a16="http://schemas.microsoft.com/office/drawing/2014/main" id="{4889F7AC-5247-9CD1-C5FD-0E69DF0007BC}"/>
                </a:ext>
              </a:extLst>
            </p:cNvPr>
            <p:cNvGrpSpPr/>
            <p:nvPr/>
          </p:nvGrpSpPr>
          <p:grpSpPr>
            <a:xfrm>
              <a:off x="5674767" y="2358308"/>
              <a:ext cx="744892" cy="674136"/>
              <a:chOff x="5652018" y="139959"/>
              <a:chExt cx="744892" cy="674136"/>
            </a:xfrm>
          </p:grpSpPr>
          <p:grpSp>
            <p:nvGrpSpPr>
              <p:cNvPr id="50" name="Grupo 49">
                <a:extLst>
                  <a:ext uri="{FF2B5EF4-FFF2-40B4-BE49-F238E27FC236}">
                    <a16:creationId xmlns:a16="http://schemas.microsoft.com/office/drawing/2014/main" id="{9AEEE1BD-5A93-A514-53C9-1C27503B6EC5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52" name="Elipse 51">
                  <a:extLst>
                    <a:ext uri="{FF2B5EF4-FFF2-40B4-BE49-F238E27FC236}">
                      <a16:creationId xmlns:a16="http://schemas.microsoft.com/office/drawing/2014/main" id="{E88885A8-AB73-FA60-5BF8-1EE21E9BDC7F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53" name="Elipse 52">
                  <a:extLst>
                    <a:ext uri="{FF2B5EF4-FFF2-40B4-BE49-F238E27FC236}">
                      <a16:creationId xmlns:a16="http://schemas.microsoft.com/office/drawing/2014/main" id="{81331B64-38E6-0A9B-A972-8BB7243017FF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51" name="Arco de bloque 50">
                <a:extLst>
                  <a:ext uri="{FF2B5EF4-FFF2-40B4-BE49-F238E27FC236}">
                    <a16:creationId xmlns:a16="http://schemas.microsoft.com/office/drawing/2014/main" id="{75D882C4-D4EE-01FB-A552-B451E01491F4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" name="Grupo 4">
              <a:extLst>
                <a:ext uri="{FF2B5EF4-FFF2-40B4-BE49-F238E27FC236}">
                  <a16:creationId xmlns:a16="http://schemas.microsoft.com/office/drawing/2014/main" id="{BFD7AF84-FC3D-4704-285A-B72F6059C364}"/>
                </a:ext>
              </a:extLst>
            </p:cNvPr>
            <p:cNvGrpSpPr/>
            <p:nvPr/>
          </p:nvGrpSpPr>
          <p:grpSpPr>
            <a:xfrm>
              <a:off x="5650853" y="1167491"/>
              <a:ext cx="744892" cy="674136"/>
              <a:chOff x="5652018" y="139959"/>
              <a:chExt cx="744892" cy="674136"/>
            </a:xfrm>
          </p:grpSpPr>
          <p:grpSp>
            <p:nvGrpSpPr>
              <p:cNvPr id="46" name="Grupo 45">
                <a:extLst>
                  <a:ext uri="{FF2B5EF4-FFF2-40B4-BE49-F238E27FC236}">
                    <a16:creationId xmlns:a16="http://schemas.microsoft.com/office/drawing/2014/main" id="{99451B92-FB7D-A51A-70E7-5FCDD105E7A9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48" name="Elipse 47">
                  <a:extLst>
                    <a:ext uri="{FF2B5EF4-FFF2-40B4-BE49-F238E27FC236}">
                      <a16:creationId xmlns:a16="http://schemas.microsoft.com/office/drawing/2014/main" id="{DAAA6016-BD22-43D9-2F76-07E196566371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49" name="Elipse 48">
                  <a:extLst>
                    <a:ext uri="{FF2B5EF4-FFF2-40B4-BE49-F238E27FC236}">
                      <a16:creationId xmlns:a16="http://schemas.microsoft.com/office/drawing/2014/main" id="{D35A7BB1-28B6-6218-69BC-AFD9379A2650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47" name="Arco de bloque 46">
                <a:extLst>
                  <a:ext uri="{FF2B5EF4-FFF2-40B4-BE49-F238E27FC236}">
                    <a16:creationId xmlns:a16="http://schemas.microsoft.com/office/drawing/2014/main" id="{FD12A91C-58BF-6807-0418-80A7DEC60C21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65CA7089-91BA-B997-058F-6AABA8D76688}"/>
                </a:ext>
              </a:extLst>
            </p:cNvPr>
            <p:cNvGrpSpPr/>
            <p:nvPr/>
          </p:nvGrpSpPr>
          <p:grpSpPr>
            <a:xfrm>
              <a:off x="5629279" y="1726160"/>
              <a:ext cx="744892" cy="674136"/>
              <a:chOff x="5652018" y="139959"/>
              <a:chExt cx="744892" cy="674136"/>
            </a:xfrm>
          </p:grpSpPr>
          <p:grpSp>
            <p:nvGrpSpPr>
              <p:cNvPr id="42" name="Grupo 41">
                <a:extLst>
                  <a:ext uri="{FF2B5EF4-FFF2-40B4-BE49-F238E27FC236}">
                    <a16:creationId xmlns:a16="http://schemas.microsoft.com/office/drawing/2014/main" id="{3AC7E114-7CA4-FC14-3994-0A553B54F75C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44" name="Elipse 43">
                  <a:extLst>
                    <a:ext uri="{FF2B5EF4-FFF2-40B4-BE49-F238E27FC236}">
                      <a16:creationId xmlns:a16="http://schemas.microsoft.com/office/drawing/2014/main" id="{091D85C1-A1E7-9AE3-5370-9DFA7468DA1C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45" name="Elipse 44">
                  <a:extLst>
                    <a:ext uri="{FF2B5EF4-FFF2-40B4-BE49-F238E27FC236}">
                      <a16:creationId xmlns:a16="http://schemas.microsoft.com/office/drawing/2014/main" id="{8F77005B-2C0D-A4D1-DD0D-137E218FAA78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43" name="Arco de bloque 42">
                <a:extLst>
                  <a:ext uri="{FF2B5EF4-FFF2-40B4-BE49-F238E27FC236}">
                    <a16:creationId xmlns:a16="http://schemas.microsoft.com/office/drawing/2014/main" id="{48CDC613-4174-460A-1FB4-39B341B548C3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7" name="Grupo 6">
              <a:extLst>
                <a:ext uri="{FF2B5EF4-FFF2-40B4-BE49-F238E27FC236}">
                  <a16:creationId xmlns:a16="http://schemas.microsoft.com/office/drawing/2014/main" id="{2C49520D-BA27-9966-4443-24EF8AF509B0}"/>
                </a:ext>
              </a:extLst>
            </p:cNvPr>
            <p:cNvGrpSpPr/>
            <p:nvPr/>
          </p:nvGrpSpPr>
          <p:grpSpPr>
            <a:xfrm>
              <a:off x="5653963" y="658000"/>
              <a:ext cx="744892" cy="674136"/>
              <a:chOff x="5652018" y="139959"/>
              <a:chExt cx="744892" cy="674136"/>
            </a:xfrm>
          </p:grpSpPr>
          <p:grpSp>
            <p:nvGrpSpPr>
              <p:cNvPr id="38" name="Grupo 37">
                <a:extLst>
                  <a:ext uri="{FF2B5EF4-FFF2-40B4-BE49-F238E27FC236}">
                    <a16:creationId xmlns:a16="http://schemas.microsoft.com/office/drawing/2014/main" id="{3C419827-285D-DE9B-DEAB-BE10F6660C8D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40" name="Elipse 39">
                  <a:extLst>
                    <a:ext uri="{FF2B5EF4-FFF2-40B4-BE49-F238E27FC236}">
                      <a16:creationId xmlns:a16="http://schemas.microsoft.com/office/drawing/2014/main" id="{5F60FE92-C76E-4A8D-40E8-36841EC4927F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41" name="Elipse 40">
                  <a:extLst>
                    <a:ext uri="{FF2B5EF4-FFF2-40B4-BE49-F238E27FC236}">
                      <a16:creationId xmlns:a16="http://schemas.microsoft.com/office/drawing/2014/main" id="{8359B4C9-67E7-4DF1-B77A-133DAD43C898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39" name="Arco de bloque 38">
                <a:extLst>
                  <a:ext uri="{FF2B5EF4-FFF2-40B4-BE49-F238E27FC236}">
                    <a16:creationId xmlns:a16="http://schemas.microsoft.com/office/drawing/2014/main" id="{FCFC7BE1-B367-E162-A1F0-E509ED1E5D0C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8" name="Grupo 7">
              <a:extLst>
                <a:ext uri="{FF2B5EF4-FFF2-40B4-BE49-F238E27FC236}">
                  <a16:creationId xmlns:a16="http://schemas.microsoft.com/office/drawing/2014/main" id="{4EFDD28D-0888-78D5-813F-918488A83ACA}"/>
                </a:ext>
              </a:extLst>
            </p:cNvPr>
            <p:cNvGrpSpPr/>
            <p:nvPr/>
          </p:nvGrpSpPr>
          <p:grpSpPr>
            <a:xfrm>
              <a:off x="5652799" y="608822"/>
              <a:ext cx="744892" cy="674136"/>
              <a:chOff x="5652018" y="139959"/>
              <a:chExt cx="744892" cy="674136"/>
            </a:xfrm>
          </p:grpSpPr>
          <p:grpSp>
            <p:nvGrpSpPr>
              <p:cNvPr id="34" name="Grupo 33">
                <a:extLst>
                  <a:ext uri="{FF2B5EF4-FFF2-40B4-BE49-F238E27FC236}">
                    <a16:creationId xmlns:a16="http://schemas.microsoft.com/office/drawing/2014/main" id="{25C8889B-2FA6-6C09-39D9-63F8C23DC113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36" name="Elipse 35">
                  <a:extLst>
                    <a:ext uri="{FF2B5EF4-FFF2-40B4-BE49-F238E27FC236}">
                      <a16:creationId xmlns:a16="http://schemas.microsoft.com/office/drawing/2014/main" id="{A25255CE-EBBA-34A4-5E59-67B887A2551C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37" name="Elipse 36">
                  <a:extLst>
                    <a:ext uri="{FF2B5EF4-FFF2-40B4-BE49-F238E27FC236}">
                      <a16:creationId xmlns:a16="http://schemas.microsoft.com/office/drawing/2014/main" id="{47B7F252-9BDF-0F8B-543A-1C9323129C35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35" name="Arco de bloque 34">
                <a:extLst>
                  <a:ext uri="{FF2B5EF4-FFF2-40B4-BE49-F238E27FC236}">
                    <a16:creationId xmlns:a16="http://schemas.microsoft.com/office/drawing/2014/main" id="{19AB6A27-52C5-D04F-02FD-6AB5F04FDC56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E4132535-37F9-C3D5-90CF-7583DB82CADB}"/>
                </a:ext>
              </a:extLst>
            </p:cNvPr>
            <p:cNvGrpSpPr/>
            <p:nvPr/>
          </p:nvGrpSpPr>
          <p:grpSpPr>
            <a:xfrm>
              <a:off x="5656494" y="2956438"/>
              <a:ext cx="744892" cy="674136"/>
              <a:chOff x="5652018" y="139959"/>
              <a:chExt cx="744892" cy="674136"/>
            </a:xfrm>
          </p:grpSpPr>
          <p:grpSp>
            <p:nvGrpSpPr>
              <p:cNvPr id="30" name="Grupo 29">
                <a:extLst>
                  <a:ext uri="{FF2B5EF4-FFF2-40B4-BE49-F238E27FC236}">
                    <a16:creationId xmlns:a16="http://schemas.microsoft.com/office/drawing/2014/main" id="{E8A719A9-7CEE-5026-15A6-00C734160D7D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32" name="Elipse 31">
                  <a:extLst>
                    <a:ext uri="{FF2B5EF4-FFF2-40B4-BE49-F238E27FC236}">
                      <a16:creationId xmlns:a16="http://schemas.microsoft.com/office/drawing/2014/main" id="{4A6C5D26-6910-9009-ECDC-E4EA66B81F27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33" name="Elipse 32">
                  <a:extLst>
                    <a:ext uri="{FF2B5EF4-FFF2-40B4-BE49-F238E27FC236}">
                      <a16:creationId xmlns:a16="http://schemas.microsoft.com/office/drawing/2014/main" id="{A46E98B4-D925-55AF-1F12-62E79821A4D5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31" name="Arco de bloque 30">
                <a:extLst>
                  <a:ext uri="{FF2B5EF4-FFF2-40B4-BE49-F238E27FC236}">
                    <a16:creationId xmlns:a16="http://schemas.microsoft.com/office/drawing/2014/main" id="{F2E8A82C-96F2-51E8-718E-8846517E9EDE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ED808BC4-9094-A912-E8EB-BFFAA3CBE579}"/>
                </a:ext>
              </a:extLst>
            </p:cNvPr>
            <p:cNvGrpSpPr/>
            <p:nvPr/>
          </p:nvGrpSpPr>
          <p:grpSpPr>
            <a:xfrm>
              <a:off x="5653193" y="3582761"/>
              <a:ext cx="744892" cy="674136"/>
              <a:chOff x="5652018" y="139959"/>
              <a:chExt cx="744892" cy="674136"/>
            </a:xfrm>
          </p:grpSpPr>
          <p:grpSp>
            <p:nvGrpSpPr>
              <p:cNvPr id="26" name="Grupo 25">
                <a:extLst>
                  <a:ext uri="{FF2B5EF4-FFF2-40B4-BE49-F238E27FC236}">
                    <a16:creationId xmlns:a16="http://schemas.microsoft.com/office/drawing/2014/main" id="{24BD02AB-5FF5-162D-DCD9-96B2818B868A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28" name="Elipse 27">
                  <a:extLst>
                    <a:ext uri="{FF2B5EF4-FFF2-40B4-BE49-F238E27FC236}">
                      <a16:creationId xmlns:a16="http://schemas.microsoft.com/office/drawing/2014/main" id="{196A1217-0843-DFA7-2EA7-87FA39083846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29" name="Elipse 28">
                  <a:extLst>
                    <a:ext uri="{FF2B5EF4-FFF2-40B4-BE49-F238E27FC236}">
                      <a16:creationId xmlns:a16="http://schemas.microsoft.com/office/drawing/2014/main" id="{F97BA5D3-A85C-7C09-2119-8C378A36C184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27" name="Arco de bloque 26">
                <a:extLst>
                  <a:ext uri="{FF2B5EF4-FFF2-40B4-BE49-F238E27FC236}">
                    <a16:creationId xmlns:a16="http://schemas.microsoft.com/office/drawing/2014/main" id="{72D31A86-1984-663C-E804-2B8AB0F4A10B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1" name="Grupo 10">
              <a:extLst>
                <a:ext uri="{FF2B5EF4-FFF2-40B4-BE49-F238E27FC236}">
                  <a16:creationId xmlns:a16="http://schemas.microsoft.com/office/drawing/2014/main" id="{114F9BA0-C7BE-D723-CD79-63EC73BE9CE7}"/>
                </a:ext>
              </a:extLst>
            </p:cNvPr>
            <p:cNvGrpSpPr/>
            <p:nvPr/>
          </p:nvGrpSpPr>
          <p:grpSpPr>
            <a:xfrm>
              <a:off x="5670491" y="4210234"/>
              <a:ext cx="744892" cy="674136"/>
              <a:chOff x="5652018" y="139959"/>
              <a:chExt cx="744892" cy="674136"/>
            </a:xfrm>
          </p:grpSpPr>
          <p:grpSp>
            <p:nvGrpSpPr>
              <p:cNvPr id="22" name="Grupo 21">
                <a:extLst>
                  <a:ext uri="{FF2B5EF4-FFF2-40B4-BE49-F238E27FC236}">
                    <a16:creationId xmlns:a16="http://schemas.microsoft.com/office/drawing/2014/main" id="{47A41687-0834-E063-1368-BAA0D3FCCCEF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24" name="Elipse 23">
                  <a:extLst>
                    <a:ext uri="{FF2B5EF4-FFF2-40B4-BE49-F238E27FC236}">
                      <a16:creationId xmlns:a16="http://schemas.microsoft.com/office/drawing/2014/main" id="{49B2A1AE-52E6-12C9-88F9-4B2D5951A45A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25" name="Elipse 24">
                  <a:extLst>
                    <a:ext uri="{FF2B5EF4-FFF2-40B4-BE49-F238E27FC236}">
                      <a16:creationId xmlns:a16="http://schemas.microsoft.com/office/drawing/2014/main" id="{2FD2A936-EE17-2AB6-2554-74AC0107D47F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23" name="Arco de bloque 22">
                <a:extLst>
                  <a:ext uri="{FF2B5EF4-FFF2-40B4-BE49-F238E27FC236}">
                    <a16:creationId xmlns:a16="http://schemas.microsoft.com/office/drawing/2014/main" id="{2B0D876D-7EF9-C2C9-BC58-72359D8C8C7C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2" name="Grupo 11">
              <a:extLst>
                <a:ext uri="{FF2B5EF4-FFF2-40B4-BE49-F238E27FC236}">
                  <a16:creationId xmlns:a16="http://schemas.microsoft.com/office/drawing/2014/main" id="{818A9161-02F2-50E1-3AA9-8D7DB69E1C17}"/>
                </a:ext>
              </a:extLst>
            </p:cNvPr>
            <p:cNvGrpSpPr/>
            <p:nvPr/>
          </p:nvGrpSpPr>
          <p:grpSpPr>
            <a:xfrm>
              <a:off x="5696341" y="4830379"/>
              <a:ext cx="744892" cy="674136"/>
              <a:chOff x="5652018" y="139959"/>
              <a:chExt cx="744892" cy="674136"/>
            </a:xfrm>
          </p:grpSpPr>
          <p:grpSp>
            <p:nvGrpSpPr>
              <p:cNvPr id="18" name="Grupo 17">
                <a:extLst>
                  <a:ext uri="{FF2B5EF4-FFF2-40B4-BE49-F238E27FC236}">
                    <a16:creationId xmlns:a16="http://schemas.microsoft.com/office/drawing/2014/main" id="{F00FA95C-BFA7-0A48-521F-CF165336915F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20" name="Elipse 19">
                  <a:extLst>
                    <a:ext uri="{FF2B5EF4-FFF2-40B4-BE49-F238E27FC236}">
                      <a16:creationId xmlns:a16="http://schemas.microsoft.com/office/drawing/2014/main" id="{1D77A4D7-937F-9209-B4C1-A04FDA436E67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21" name="Elipse 20">
                  <a:extLst>
                    <a:ext uri="{FF2B5EF4-FFF2-40B4-BE49-F238E27FC236}">
                      <a16:creationId xmlns:a16="http://schemas.microsoft.com/office/drawing/2014/main" id="{876218DA-F4A2-43C1-F16A-92E418B54963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19" name="Arco de bloque 18">
                <a:extLst>
                  <a:ext uri="{FF2B5EF4-FFF2-40B4-BE49-F238E27FC236}">
                    <a16:creationId xmlns:a16="http://schemas.microsoft.com/office/drawing/2014/main" id="{4054095A-1C95-5FAB-8546-27E82841D056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3" name="Grupo 12">
              <a:extLst>
                <a:ext uri="{FF2B5EF4-FFF2-40B4-BE49-F238E27FC236}">
                  <a16:creationId xmlns:a16="http://schemas.microsoft.com/office/drawing/2014/main" id="{BD93397E-278E-5E77-F5A0-33BA81924C55}"/>
                </a:ext>
              </a:extLst>
            </p:cNvPr>
            <p:cNvGrpSpPr/>
            <p:nvPr/>
          </p:nvGrpSpPr>
          <p:grpSpPr>
            <a:xfrm>
              <a:off x="5687398" y="5441394"/>
              <a:ext cx="744892" cy="674136"/>
              <a:chOff x="5652018" y="139959"/>
              <a:chExt cx="744892" cy="674136"/>
            </a:xfrm>
          </p:grpSpPr>
          <p:grpSp>
            <p:nvGrpSpPr>
              <p:cNvPr id="14" name="Grupo 13">
                <a:extLst>
                  <a:ext uri="{FF2B5EF4-FFF2-40B4-BE49-F238E27FC236}">
                    <a16:creationId xmlns:a16="http://schemas.microsoft.com/office/drawing/2014/main" id="{F18F0949-36AB-2C9F-A237-FA091722E7CD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16" name="Elipse 15">
                  <a:extLst>
                    <a:ext uri="{FF2B5EF4-FFF2-40B4-BE49-F238E27FC236}">
                      <a16:creationId xmlns:a16="http://schemas.microsoft.com/office/drawing/2014/main" id="{F11067AF-FCF6-2211-9444-99B2A6A7DDD9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17" name="Elipse 16">
                  <a:extLst>
                    <a:ext uri="{FF2B5EF4-FFF2-40B4-BE49-F238E27FC236}">
                      <a16:creationId xmlns:a16="http://schemas.microsoft.com/office/drawing/2014/main" id="{7DD28BFE-11B0-FCEC-04D6-20F00F46E007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15" name="Arco de bloque 14">
                <a:extLst>
                  <a:ext uri="{FF2B5EF4-FFF2-40B4-BE49-F238E27FC236}">
                    <a16:creationId xmlns:a16="http://schemas.microsoft.com/office/drawing/2014/main" id="{0D4D97A2-276D-B543-5E47-036E4B07B67E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59" name="CuadroTexto 58">
            <a:extLst>
              <a:ext uri="{FF2B5EF4-FFF2-40B4-BE49-F238E27FC236}">
                <a16:creationId xmlns:a16="http://schemas.microsoft.com/office/drawing/2014/main" id="{C881635E-721D-FFCB-5E5C-E07A02422013}"/>
              </a:ext>
            </a:extLst>
          </p:cNvPr>
          <p:cNvSpPr txBox="1"/>
          <p:nvPr/>
        </p:nvSpPr>
        <p:spPr>
          <a:xfrm>
            <a:off x="596160" y="387191"/>
            <a:ext cx="4833256" cy="615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oadway" panose="04040905080B02020502" pitchFamily="82" charset="0"/>
              </a:rPr>
              <a:t>Clase</a:t>
            </a:r>
          </a:p>
          <a:p>
            <a:pPr algn="just"/>
            <a:r>
              <a:rPr lang="es-ES" sz="1600" b="1" dirty="0">
                <a:latin typeface="Bradley Hand ITC" panose="03070402050302030203" pitchFamily="66" charset="0"/>
              </a:rPr>
              <a:t>En programación OO, una clase es una plantilla o molde que permite crear objetos.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s-ES" sz="1600" b="1" dirty="0">
                <a:latin typeface="Bradley Hand ITC" panose="03070402050302030203" pitchFamily="66" charset="0"/>
              </a:rPr>
              <a:t>Define atributos (propiedades o características)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s-ES" sz="1600" b="1" dirty="0">
                <a:latin typeface="Bradley Hand ITC" panose="03070402050302030203" pitchFamily="66" charset="0"/>
              </a:rPr>
              <a:t>Define métodos (acciones o comportamientos)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s-ES" sz="1600" b="1" dirty="0">
                <a:latin typeface="Bradley Hand ITC" panose="03070402050302030203" pitchFamily="66" charset="0"/>
              </a:rPr>
              <a:t>Los objetos son instancias de una clase, es decir, representaciones concretas creadas a partir de esa plantilla.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s-ES" sz="1600" b="1" dirty="0">
                <a:latin typeface="Bradley Hand ITC" panose="03070402050302030203" pitchFamily="66" charset="0"/>
              </a:rPr>
              <a:t>En otras palabras: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s-ES" sz="1600" b="1" dirty="0">
                <a:latin typeface="Bradley Hand ITC" panose="03070402050302030203" pitchFamily="66" charset="0"/>
              </a:rPr>
              <a:t>La clase es el molde o plantilla.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s-ES" sz="1600" b="1" dirty="0">
                <a:latin typeface="Bradley Hand ITC" panose="03070402050302030203" pitchFamily="66" charset="0"/>
              </a:rPr>
              <a:t>El objeto es el producto creado a partir de ese molde.</a:t>
            </a:r>
          </a:p>
          <a:p>
            <a:pPr algn="just"/>
            <a:r>
              <a:rPr lang="es-E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oadway" panose="04040905080B02020502" pitchFamily="82" charset="0"/>
              </a:rPr>
              <a:t>Ejemplo 1:</a:t>
            </a:r>
          </a:p>
          <a:p>
            <a:pPr algn="just"/>
            <a:r>
              <a:rPr lang="es-ES" sz="1600" b="1" dirty="0">
                <a:latin typeface="Bradley Hand ITC" panose="03070402050302030203" pitchFamily="66" charset="0"/>
              </a:rPr>
              <a:t>Clase: "Coche" Atributos </a:t>
            </a:r>
          </a:p>
          <a:p>
            <a:pPr algn="just"/>
            <a:r>
              <a:rPr lang="es-ES" sz="1600" b="1" dirty="0">
                <a:latin typeface="Bradley Hand ITC" panose="03070402050302030203" pitchFamily="66" charset="0"/>
              </a:rPr>
              <a:t>(Propiedades): marca, modelo, color Comportamiento (Acción): aceleración, frena, arranca </a:t>
            </a:r>
          </a:p>
          <a:p>
            <a:pPr algn="just"/>
            <a:r>
              <a:rPr lang="es-ES" sz="1600" b="1" dirty="0">
                <a:latin typeface="Bradley Hand ITC" panose="03070402050302030203" pitchFamily="66" charset="0"/>
              </a:rPr>
              <a:t>Objeto: Toyota, Corolla, blanco</a:t>
            </a:r>
          </a:p>
          <a:p>
            <a:pPr algn="just"/>
            <a:endParaRPr lang="es-ES" sz="1600" b="1" dirty="0">
              <a:latin typeface="Bradley Hand ITC" panose="03070402050302030203" pitchFamily="66" charset="0"/>
            </a:endParaRPr>
          </a:p>
          <a:p>
            <a:pPr algn="just"/>
            <a:endParaRPr lang="es-ES" sz="1600" b="1" dirty="0">
              <a:latin typeface="Bradley Hand ITC" panose="03070402050302030203" pitchFamily="66" charset="0"/>
            </a:endParaRPr>
          </a:p>
          <a:p>
            <a:pPr algn="just"/>
            <a:r>
              <a:rPr lang="es-E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oadway" panose="04040905080B02020502" pitchFamily="82" charset="0"/>
              </a:rPr>
              <a:t>Ejemplo 2:</a:t>
            </a:r>
          </a:p>
          <a:p>
            <a:pPr algn="just"/>
            <a:r>
              <a:rPr lang="es-ES" sz="1600" b="1" dirty="0">
                <a:latin typeface="Bradley Hand ITC" panose="03070402050302030203" pitchFamily="66" charset="0"/>
              </a:rPr>
              <a:t>Teorema de </a:t>
            </a:r>
            <a:r>
              <a:rPr lang="es-ES" sz="1600" b="1" dirty="0" err="1">
                <a:latin typeface="Bradley Hand ITC" panose="03070402050302030203" pitchFamily="66" charset="0"/>
              </a:rPr>
              <a:t>Pitágorasc</a:t>
            </a:r>
            <a:r>
              <a:rPr lang="es-ES" sz="1600" b="1" dirty="0">
                <a:latin typeface="Bradley Hand ITC" panose="03070402050302030203" pitchFamily="66" charset="0"/>
              </a:rPr>
              <a:t> </a:t>
            </a:r>
          </a:p>
          <a:p>
            <a:pPr algn="ctr"/>
            <a:r>
              <a:rPr lang="es-ES" sz="1600" b="1" dirty="0">
                <a:latin typeface="Bradley Hand ITC" panose="03070402050302030203" pitchFamily="66" charset="0"/>
              </a:rPr>
              <a:t>2 =a 2 +b 2 →c= a 2 +b 2 ​ </a:t>
            </a:r>
          </a:p>
          <a:p>
            <a:pPr algn="just"/>
            <a:r>
              <a:rPr lang="es-ES" sz="1600" b="1" dirty="0">
                <a:latin typeface="Bradley Hand ITC" panose="03070402050302030203" pitchFamily="66" charset="0"/>
              </a:rPr>
              <a:t>Clase: </a:t>
            </a:r>
            <a:r>
              <a:rPr lang="es-ES" sz="1600" b="1" dirty="0" err="1">
                <a:latin typeface="Bradley Hand ITC" panose="03070402050302030203" pitchFamily="66" charset="0"/>
              </a:rPr>
              <a:t>PitágorasAtributo</a:t>
            </a:r>
            <a:r>
              <a:rPr lang="es-ES" sz="1600" b="1" dirty="0">
                <a:latin typeface="Bradley Hand ITC" panose="03070402050302030203" pitchFamily="66" charset="0"/>
              </a:rPr>
              <a:t>: Cateto a y Cateto </a:t>
            </a:r>
            <a:r>
              <a:rPr lang="es-ES" sz="1600" b="1" dirty="0" err="1">
                <a:latin typeface="Bradley Hand ITC" panose="03070402050302030203" pitchFamily="66" charset="0"/>
              </a:rPr>
              <a:t>bComportamiento</a:t>
            </a:r>
            <a:r>
              <a:rPr lang="es-ES" sz="1600" b="1" dirty="0">
                <a:latin typeface="Bradley Hand ITC" panose="03070402050302030203" pitchFamily="66" charset="0"/>
              </a:rPr>
              <a:t>: Calcular </a:t>
            </a:r>
            <a:r>
              <a:rPr lang="es-ES" sz="1600" b="1" dirty="0" err="1">
                <a:latin typeface="Bradley Hand ITC" panose="03070402050302030203" pitchFamily="66" charset="0"/>
              </a:rPr>
              <a:t>hipotenusaObjetos</a:t>
            </a:r>
            <a:r>
              <a:rPr lang="es-ES" sz="1600" b="1" dirty="0">
                <a:latin typeface="Bradley Hand ITC" panose="03070402050302030203" pitchFamily="66" charset="0"/>
              </a:rPr>
              <a:t>: (4, 3)</a:t>
            </a:r>
          </a:p>
          <a:p>
            <a:endParaRPr lang="es-PE" dirty="0"/>
          </a:p>
        </p:txBody>
      </p:sp>
      <p:pic>
        <p:nvPicPr>
          <p:cNvPr id="60" name="Imagen 59">
            <a:extLst>
              <a:ext uri="{FF2B5EF4-FFF2-40B4-BE49-F238E27FC236}">
                <a16:creationId xmlns:a16="http://schemas.microsoft.com/office/drawing/2014/main" id="{34050208-1BCA-966B-B56B-E469AC74B6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778" b="89778" l="9778" r="94222">
                        <a14:foregroundMark x1="59556" y1="28889" x2="64444" y2="29778"/>
                        <a14:foregroundMark x1="79111" y1="42222" x2="94222" y2="5911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10652" y="3665360"/>
            <a:ext cx="1673198" cy="1673198"/>
          </a:xfrm>
          <a:prstGeom prst="rect">
            <a:avLst/>
          </a:prstGeom>
        </p:spPr>
      </p:pic>
      <p:sp>
        <p:nvSpPr>
          <p:cNvPr id="63" name="CuadroTexto 62">
            <a:extLst>
              <a:ext uri="{FF2B5EF4-FFF2-40B4-BE49-F238E27FC236}">
                <a16:creationId xmlns:a16="http://schemas.microsoft.com/office/drawing/2014/main" id="{DB36DBF1-46EB-3E9A-ACBE-615B758DF2CC}"/>
              </a:ext>
            </a:extLst>
          </p:cNvPr>
          <p:cNvSpPr txBox="1"/>
          <p:nvPr/>
        </p:nvSpPr>
        <p:spPr>
          <a:xfrm>
            <a:off x="6663896" y="586181"/>
            <a:ext cx="5242981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oadway" panose="04040905080B02020502" pitchFamily="82" charset="0"/>
              </a:rPr>
              <a:t>Ejemplo 3:</a:t>
            </a:r>
          </a:p>
          <a:p>
            <a:r>
              <a:rPr lang="es-ES" sz="1600" b="1" dirty="0">
                <a:latin typeface="Bradley Hand ITC" panose="03070402050302030203" pitchFamily="66" charset="0"/>
              </a:rPr>
              <a:t>Clase: Rectángulo</a:t>
            </a:r>
          </a:p>
          <a:p>
            <a:r>
              <a:rPr lang="es-ES" sz="1600" b="1" dirty="0">
                <a:latin typeface="Bradley Hand ITC" panose="03070402050302030203" pitchFamily="66" charset="0"/>
              </a:rPr>
              <a:t>Atributos: base, altura </a:t>
            </a:r>
          </a:p>
          <a:p>
            <a:r>
              <a:rPr lang="es-ES" sz="1600" b="1" dirty="0">
                <a:latin typeface="Bradley Hand ITC" panose="03070402050302030203" pitchFamily="66" charset="0"/>
              </a:rPr>
              <a:t>Comportamiento: área, perímetro</a:t>
            </a:r>
          </a:p>
          <a:p>
            <a:r>
              <a:rPr lang="es-ES" sz="1600" b="1" dirty="0">
                <a:latin typeface="Bradley Hand ITC" panose="03070402050302030203" pitchFamily="66" charset="0"/>
              </a:rPr>
              <a:t>Objeto: (5, 6)</a:t>
            </a:r>
          </a:p>
          <a:p>
            <a:r>
              <a:rPr lang="es-E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oadway" panose="04040905080B02020502" pitchFamily="82" charset="0"/>
              </a:rPr>
              <a:t>Ejemplo 4:</a:t>
            </a:r>
          </a:p>
          <a:p>
            <a:r>
              <a:rPr lang="es-ES" sz="1600" b="1" dirty="0">
                <a:latin typeface="Bradley Hand ITC" panose="03070402050302030203" pitchFamily="66" charset="0"/>
              </a:rPr>
              <a:t>Clase: Cantidad</a:t>
            </a:r>
          </a:p>
          <a:p>
            <a:r>
              <a:rPr lang="es-ES" sz="1600" b="1" dirty="0">
                <a:latin typeface="Bradley Hand ITC" panose="03070402050302030203" pitchFamily="66" charset="0"/>
              </a:rPr>
              <a:t>Atributos: Longitud, altura, ancho</a:t>
            </a:r>
          </a:p>
          <a:p>
            <a:r>
              <a:rPr lang="es-ES" sz="1600" b="1" dirty="0">
                <a:latin typeface="Bradley Hand ITC" panose="03070402050302030203" pitchFamily="66" charset="0"/>
              </a:rPr>
              <a:t>Comportamiento: Cantidad de ladrillos Objeto</a:t>
            </a:r>
            <a:r>
              <a:rPr lang="es-ES" dirty="0"/>
              <a:t>:</a:t>
            </a:r>
            <a:endParaRPr lang="es-PE" dirty="0"/>
          </a:p>
        </p:txBody>
      </p:sp>
      <p:pic>
        <p:nvPicPr>
          <p:cNvPr id="2053" name="Imagen 2052">
            <a:extLst>
              <a:ext uri="{FF2B5EF4-FFF2-40B4-BE49-F238E27FC236}">
                <a16:creationId xmlns:a16="http://schemas.microsoft.com/office/drawing/2014/main" id="{BE5C2CF0-1805-E404-230D-BD87EA97AB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07865" y="1819466"/>
            <a:ext cx="1073522" cy="888736"/>
          </a:xfrm>
          <a:prstGeom prst="rect">
            <a:avLst/>
          </a:prstGeom>
        </p:spPr>
      </p:pic>
      <p:pic>
        <p:nvPicPr>
          <p:cNvPr id="2055" name="Imagen 2054">
            <a:extLst>
              <a:ext uri="{FF2B5EF4-FFF2-40B4-BE49-F238E27FC236}">
                <a16:creationId xmlns:a16="http://schemas.microsoft.com/office/drawing/2014/main" id="{83B34078-69D3-A647-4B84-4D1A96E4BC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6843" y="2930775"/>
            <a:ext cx="2891277" cy="1158253"/>
          </a:xfrm>
          <a:prstGeom prst="rect">
            <a:avLst/>
          </a:prstGeom>
        </p:spPr>
      </p:pic>
      <p:pic>
        <p:nvPicPr>
          <p:cNvPr id="2056" name="Imagen 2055">
            <a:extLst>
              <a:ext uri="{FF2B5EF4-FFF2-40B4-BE49-F238E27FC236}">
                <a16:creationId xmlns:a16="http://schemas.microsoft.com/office/drawing/2014/main" id="{18AB52B1-10A0-1EA5-165B-2B5B4BD9232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3277" b="94175" l="870" r="97391">
                        <a14:foregroundMark x1="6848" y1="33859" x2="21087" y2="52670"/>
                        <a14:foregroundMark x1="21087" y1="52670" x2="27391" y2="55461"/>
                        <a14:foregroundMark x1="23043" y1="29005" x2="34457" y2="19417"/>
                        <a14:foregroundMark x1="34457" y1="19417" x2="38043" y2="20146"/>
                        <a14:foregroundMark x1="22500" y1="15534" x2="54130" y2="41626"/>
                        <a14:foregroundMark x1="54130" y1="41626" x2="55326" y2="43447"/>
                        <a14:foregroundMark x1="45435" y1="19417" x2="38261" y2="18811"/>
                        <a14:foregroundMark x1="38261" y1="18811" x2="40543" y2="29854"/>
                        <a14:foregroundMark x1="40543" y1="29854" x2="40543" y2="29854"/>
                        <a14:foregroundMark x1="37935" y1="11286" x2="46739" y2="52913"/>
                        <a14:foregroundMark x1="8696" y1="75243" x2="6630" y2="67112"/>
                        <a14:foregroundMark x1="6630" y1="67112" x2="870" y2="61165"/>
                        <a14:foregroundMark x1="10109" y1="76578" x2="16413" y2="68932"/>
                        <a14:foregroundMark x1="16413" y1="68932" x2="76739" y2="83859"/>
                        <a14:foregroundMark x1="76739" y1="83859" x2="41957" y2="94175"/>
                        <a14:foregroundMark x1="41957" y1="94175" x2="48587" y2="73908"/>
                        <a14:foregroundMark x1="48587" y1="73908" x2="52935" y2="68083"/>
                        <a14:foregroundMark x1="52935" y1="68083" x2="52935" y2="67840"/>
                        <a14:foregroundMark x1="40000" y1="34345" x2="12717" y2="31917"/>
                        <a14:foregroundMark x1="12717" y1="31917" x2="40326" y2="40413"/>
                        <a14:foregroundMark x1="88370" y1="12743" x2="86957" y2="18932"/>
                        <a14:foregroundMark x1="86630" y1="18204" x2="90109" y2="3883"/>
                        <a14:foregroundMark x1="90109" y1="3883" x2="90543" y2="3398"/>
                        <a14:foregroundMark x1="86304" y1="17961" x2="86304" y2="17961"/>
                        <a14:foregroundMark x1="88152" y1="17718" x2="97391" y2="15655"/>
                        <a14:foregroundMark x1="90543" y1="9830" x2="95761" y2="7039"/>
                        <a14:foregroundMark x1="64130" y1="44660" x2="70870" y2="41505"/>
                        <a14:foregroundMark x1="70870" y1="41505" x2="82065" y2="27427"/>
                        <a14:foregroundMark x1="82065" y1="27427" x2="84783" y2="2111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52504" y="4152878"/>
            <a:ext cx="2332487" cy="20890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1250051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Imagen 58">
            <a:extLst>
              <a:ext uri="{FF2B5EF4-FFF2-40B4-BE49-F238E27FC236}">
                <a16:creationId xmlns:a16="http://schemas.microsoft.com/office/drawing/2014/main" id="{EC5067F3-ED35-71A1-8FF4-38DF6C9A2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3206" y="0"/>
            <a:ext cx="5988794" cy="6912618"/>
          </a:xfrm>
          <a:prstGeom prst="rect">
            <a:avLst/>
          </a:prstGeom>
        </p:spPr>
      </p:pic>
      <p:pic>
        <p:nvPicPr>
          <p:cNvPr id="58" name="Imagen 57">
            <a:extLst>
              <a:ext uri="{FF2B5EF4-FFF2-40B4-BE49-F238E27FC236}">
                <a16:creationId xmlns:a16="http://schemas.microsoft.com/office/drawing/2014/main" id="{1B0C6FE1-5C7D-50AA-394A-FFC6C100EB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9056" y="-7002"/>
            <a:ext cx="6071041" cy="6858000"/>
          </a:xfrm>
          <a:prstGeom prst="rect">
            <a:avLst/>
          </a:prstGeom>
        </p:spPr>
      </p:pic>
      <p:grpSp>
        <p:nvGrpSpPr>
          <p:cNvPr id="2" name="Grupo 1">
            <a:extLst>
              <a:ext uri="{FF2B5EF4-FFF2-40B4-BE49-F238E27FC236}">
                <a16:creationId xmlns:a16="http://schemas.microsoft.com/office/drawing/2014/main" id="{5092580F-C9F3-7A31-CE06-9CDC828C12C2}"/>
              </a:ext>
            </a:extLst>
          </p:cNvPr>
          <p:cNvGrpSpPr/>
          <p:nvPr/>
        </p:nvGrpSpPr>
        <p:grpSpPr>
          <a:xfrm>
            <a:off x="5690023" y="559837"/>
            <a:ext cx="811954" cy="5975571"/>
            <a:chOff x="5629279" y="139959"/>
            <a:chExt cx="811954" cy="5975571"/>
          </a:xfrm>
        </p:grpSpPr>
        <p:grpSp>
          <p:nvGrpSpPr>
            <p:cNvPr id="3" name="Grupo 2">
              <a:extLst>
                <a:ext uri="{FF2B5EF4-FFF2-40B4-BE49-F238E27FC236}">
                  <a16:creationId xmlns:a16="http://schemas.microsoft.com/office/drawing/2014/main" id="{4B95AEA8-8337-CA57-B5D5-DDCAB173990E}"/>
                </a:ext>
              </a:extLst>
            </p:cNvPr>
            <p:cNvGrpSpPr/>
            <p:nvPr/>
          </p:nvGrpSpPr>
          <p:grpSpPr>
            <a:xfrm>
              <a:off x="5652018" y="139959"/>
              <a:ext cx="744892" cy="674136"/>
              <a:chOff x="5652018" y="139959"/>
              <a:chExt cx="744892" cy="674136"/>
            </a:xfrm>
          </p:grpSpPr>
          <p:grpSp>
            <p:nvGrpSpPr>
              <p:cNvPr id="54" name="Grupo 53">
                <a:extLst>
                  <a:ext uri="{FF2B5EF4-FFF2-40B4-BE49-F238E27FC236}">
                    <a16:creationId xmlns:a16="http://schemas.microsoft.com/office/drawing/2014/main" id="{93665047-BD38-E8C5-55FA-9AAD57815812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56" name="Elipse 55">
                  <a:extLst>
                    <a:ext uri="{FF2B5EF4-FFF2-40B4-BE49-F238E27FC236}">
                      <a16:creationId xmlns:a16="http://schemas.microsoft.com/office/drawing/2014/main" id="{62C91886-28E8-BC96-6B29-174AA9E63970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57" name="Elipse 56">
                  <a:extLst>
                    <a:ext uri="{FF2B5EF4-FFF2-40B4-BE49-F238E27FC236}">
                      <a16:creationId xmlns:a16="http://schemas.microsoft.com/office/drawing/2014/main" id="{4888716F-7004-D08A-A80F-21E3798D8A3D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55" name="Arco de bloque 54">
                <a:extLst>
                  <a:ext uri="{FF2B5EF4-FFF2-40B4-BE49-F238E27FC236}">
                    <a16:creationId xmlns:a16="http://schemas.microsoft.com/office/drawing/2014/main" id="{FB575EA3-04A9-FD3C-BC70-3DE69A49765A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" name="Grupo 3">
              <a:extLst>
                <a:ext uri="{FF2B5EF4-FFF2-40B4-BE49-F238E27FC236}">
                  <a16:creationId xmlns:a16="http://schemas.microsoft.com/office/drawing/2014/main" id="{C6718C26-251E-81D1-0E67-FFBB26BC2CFA}"/>
                </a:ext>
              </a:extLst>
            </p:cNvPr>
            <p:cNvGrpSpPr/>
            <p:nvPr/>
          </p:nvGrpSpPr>
          <p:grpSpPr>
            <a:xfrm>
              <a:off x="5674767" y="2358308"/>
              <a:ext cx="744892" cy="674136"/>
              <a:chOff x="5652018" y="139959"/>
              <a:chExt cx="744892" cy="674136"/>
            </a:xfrm>
          </p:grpSpPr>
          <p:grpSp>
            <p:nvGrpSpPr>
              <p:cNvPr id="50" name="Grupo 49">
                <a:extLst>
                  <a:ext uri="{FF2B5EF4-FFF2-40B4-BE49-F238E27FC236}">
                    <a16:creationId xmlns:a16="http://schemas.microsoft.com/office/drawing/2014/main" id="{E7BBE651-8EAD-8508-7716-9CBFC28ECEE6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52" name="Elipse 51">
                  <a:extLst>
                    <a:ext uri="{FF2B5EF4-FFF2-40B4-BE49-F238E27FC236}">
                      <a16:creationId xmlns:a16="http://schemas.microsoft.com/office/drawing/2014/main" id="{FCF6D69A-3B48-DCCD-3A93-1DCB16EADB4F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53" name="Elipse 52">
                  <a:extLst>
                    <a:ext uri="{FF2B5EF4-FFF2-40B4-BE49-F238E27FC236}">
                      <a16:creationId xmlns:a16="http://schemas.microsoft.com/office/drawing/2014/main" id="{10002A2D-2DF6-5BEA-A3F5-154009179BB1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51" name="Arco de bloque 50">
                <a:extLst>
                  <a:ext uri="{FF2B5EF4-FFF2-40B4-BE49-F238E27FC236}">
                    <a16:creationId xmlns:a16="http://schemas.microsoft.com/office/drawing/2014/main" id="{D8A32F20-042B-F576-8122-156FF5B60DC7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" name="Grupo 4">
              <a:extLst>
                <a:ext uri="{FF2B5EF4-FFF2-40B4-BE49-F238E27FC236}">
                  <a16:creationId xmlns:a16="http://schemas.microsoft.com/office/drawing/2014/main" id="{6C6C5A30-1B92-ED63-D49F-6B6905A94EBC}"/>
                </a:ext>
              </a:extLst>
            </p:cNvPr>
            <p:cNvGrpSpPr/>
            <p:nvPr/>
          </p:nvGrpSpPr>
          <p:grpSpPr>
            <a:xfrm>
              <a:off x="5650853" y="1167491"/>
              <a:ext cx="744892" cy="674136"/>
              <a:chOff x="5652018" y="139959"/>
              <a:chExt cx="744892" cy="674136"/>
            </a:xfrm>
          </p:grpSpPr>
          <p:grpSp>
            <p:nvGrpSpPr>
              <p:cNvPr id="46" name="Grupo 45">
                <a:extLst>
                  <a:ext uri="{FF2B5EF4-FFF2-40B4-BE49-F238E27FC236}">
                    <a16:creationId xmlns:a16="http://schemas.microsoft.com/office/drawing/2014/main" id="{C3F6F9F4-18B8-BE2D-1C87-D43463341784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48" name="Elipse 47">
                  <a:extLst>
                    <a:ext uri="{FF2B5EF4-FFF2-40B4-BE49-F238E27FC236}">
                      <a16:creationId xmlns:a16="http://schemas.microsoft.com/office/drawing/2014/main" id="{E5F010A5-0791-6064-8A44-D0A50EA953F2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49" name="Elipse 48">
                  <a:extLst>
                    <a:ext uri="{FF2B5EF4-FFF2-40B4-BE49-F238E27FC236}">
                      <a16:creationId xmlns:a16="http://schemas.microsoft.com/office/drawing/2014/main" id="{067D677F-1BC1-748A-E36A-57E2C182A679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47" name="Arco de bloque 46">
                <a:extLst>
                  <a:ext uri="{FF2B5EF4-FFF2-40B4-BE49-F238E27FC236}">
                    <a16:creationId xmlns:a16="http://schemas.microsoft.com/office/drawing/2014/main" id="{3921AFD5-BAB6-062C-4509-E22C990EDF86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DE198F09-0906-0654-5602-D4EDEE1E77DA}"/>
                </a:ext>
              </a:extLst>
            </p:cNvPr>
            <p:cNvGrpSpPr/>
            <p:nvPr/>
          </p:nvGrpSpPr>
          <p:grpSpPr>
            <a:xfrm>
              <a:off x="5629279" y="1726160"/>
              <a:ext cx="744892" cy="674136"/>
              <a:chOff x="5652018" y="139959"/>
              <a:chExt cx="744892" cy="674136"/>
            </a:xfrm>
          </p:grpSpPr>
          <p:grpSp>
            <p:nvGrpSpPr>
              <p:cNvPr id="42" name="Grupo 41">
                <a:extLst>
                  <a:ext uri="{FF2B5EF4-FFF2-40B4-BE49-F238E27FC236}">
                    <a16:creationId xmlns:a16="http://schemas.microsoft.com/office/drawing/2014/main" id="{0EE06140-DD3F-87F9-1DCA-DDEBC6C78AA3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44" name="Elipse 43">
                  <a:extLst>
                    <a:ext uri="{FF2B5EF4-FFF2-40B4-BE49-F238E27FC236}">
                      <a16:creationId xmlns:a16="http://schemas.microsoft.com/office/drawing/2014/main" id="{DAE66BA5-A8A8-CA02-9E33-BD93B4FD068C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45" name="Elipse 44">
                  <a:extLst>
                    <a:ext uri="{FF2B5EF4-FFF2-40B4-BE49-F238E27FC236}">
                      <a16:creationId xmlns:a16="http://schemas.microsoft.com/office/drawing/2014/main" id="{609272F6-F6CC-8863-A398-582BF5469F06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43" name="Arco de bloque 42">
                <a:extLst>
                  <a:ext uri="{FF2B5EF4-FFF2-40B4-BE49-F238E27FC236}">
                    <a16:creationId xmlns:a16="http://schemas.microsoft.com/office/drawing/2014/main" id="{C2C51091-091C-C848-6B89-C871F768895B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7" name="Grupo 6">
              <a:extLst>
                <a:ext uri="{FF2B5EF4-FFF2-40B4-BE49-F238E27FC236}">
                  <a16:creationId xmlns:a16="http://schemas.microsoft.com/office/drawing/2014/main" id="{CCE47B9F-8092-F9CC-0FE6-3562BDED6FBC}"/>
                </a:ext>
              </a:extLst>
            </p:cNvPr>
            <p:cNvGrpSpPr/>
            <p:nvPr/>
          </p:nvGrpSpPr>
          <p:grpSpPr>
            <a:xfrm>
              <a:off x="5653963" y="658000"/>
              <a:ext cx="744892" cy="674136"/>
              <a:chOff x="5652018" y="139959"/>
              <a:chExt cx="744892" cy="674136"/>
            </a:xfrm>
          </p:grpSpPr>
          <p:grpSp>
            <p:nvGrpSpPr>
              <p:cNvPr id="38" name="Grupo 37">
                <a:extLst>
                  <a:ext uri="{FF2B5EF4-FFF2-40B4-BE49-F238E27FC236}">
                    <a16:creationId xmlns:a16="http://schemas.microsoft.com/office/drawing/2014/main" id="{3A8DA23F-66EA-0E3E-861F-2175966FBF12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40" name="Elipse 39">
                  <a:extLst>
                    <a:ext uri="{FF2B5EF4-FFF2-40B4-BE49-F238E27FC236}">
                      <a16:creationId xmlns:a16="http://schemas.microsoft.com/office/drawing/2014/main" id="{EEB902FB-D9D9-66EE-966B-127A549257A5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41" name="Elipse 40">
                  <a:extLst>
                    <a:ext uri="{FF2B5EF4-FFF2-40B4-BE49-F238E27FC236}">
                      <a16:creationId xmlns:a16="http://schemas.microsoft.com/office/drawing/2014/main" id="{CC290B7E-FF9B-0BBC-5068-5FF620690D44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39" name="Arco de bloque 38">
                <a:extLst>
                  <a:ext uri="{FF2B5EF4-FFF2-40B4-BE49-F238E27FC236}">
                    <a16:creationId xmlns:a16="http://schemas.microsoft.com/office/drawing/2014/main" id="{67B139A8-0A57-975A-00DB-63E9BC6303E6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8" name="Grupo 7">
              <a:extLst>
                <a:ext uri="{FF2B5EF4-FFF2-40B4-BE49-F238E27FC236}">
                  <a16:creationId xmlns:a16="http://schemas.microsoft.com/office/drawing/2014/main" id="{F96D3788-AE33-E16F-787C-2299051F065E}"/>
                </a:ext>
              </a:extLst>
            </p:cNvPr>
            <p:cNvGrpSpPr/>
            <p:nvPr/>
          </p:nvGrpSpPr>
          <p:grpSpPr>
            <a:xfrm>
              <a:off x="5652799" y="608822"/>
              <a:ext cx="744892" cy="674136"/>
              <a:chOff x="5652018" y="139959"/>
              <a:chExt cx="744892" cy="674136"/>
            </a:xfrm>
          </p:grpSpPr>
          <p:grpSp>
            <p:nvGrpSpPr>
              <p:cNvPr id="34" name="Grupo 33">
                <a:extLst>
                  <a:ext uri="{FF2B5EF4-FFF2-40B4-BE49-F238E27FC236}">
                    <a16:creationId xmlns:a16="http://schemas.microsoft.com/office/drawing/2014/main" id="{02B2F13B-384D-61C9-55A9-AB3A5F78481E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36" name="Elipse 35">
                  <a:extLst>
                    <a:ext uri="{FF2B5EF4-FFF2-40B4-BE49-F238E27FC236}">
                      <a16:creationId xmlns:a16="http://schemas.microsoft.com/office/drawing/2014/main" id="{0E53C8FC-1BC4-CC29-9A54-FCB5A500C2F9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37" name="Elipse 36">
                  <a:extLst>
                    <a:ext uri="{FF2B5EF4-FFF2-40B4-BE49-F238E27FC236}">
                      <a16:creationId xmlns:a16="http://schemas.microsoft.com/office/drawing/2014/main" id="{FA27FEC3-1C12-B756-AADD-96A764513C35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35" name="Arco de bloque 34">
                <a:extLst>
                  <a:ext uri="{FF2B5EF4-FFF2-40B4-BE49-F238E27FC236}">
                    <a16:creationId xmlns:a16="http://schemas.microsoft.com/office/drawing/2014/main" id="{763EFA9A-04D5-BB58-140D-46BECEF6A3DC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9BF74C04-7A15-F091-E9AE-BDEC589E38E3}"/>
                </a:ext>
              </a:extLst>
            </p:cNvPr>
            <p:cNvGrpSpPr/>
            <p:nvPr/>
          </p:nvGrpSpPr>
          <p:grpSpPr>
            <a:xfrm>
              <a:off x="5656494" y="2956438"/>
              <a:ext cx="744892" cy="674136"/>
              <a:chOff x="5652018" y="139959"/>
              <a:chExt cx="744892" cy="674136"/>
            </a:xfrm>
          </p:grpSpPr>
          <p:grpSp>
            <p:nvGrpSpPr>
              <p:cNvPr id="30" name="Grupo 29">
                <a:extLst>
                  <a:ext uri="{FF2B5EF4-FFF2-40B4-BE49-F238E27FC236}">
                    <a16:creationId xmlns:a16="http://schemas.microsoft.com/office/drawing/2014/main" id="{92000BFD-905B-982E-5361-984A12D0B399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32" name="Elipse 31">
                  <a:extLst>
                    <a:ext uri="{FF2B5EF4-FFF2-40B4-BE49-F238E27FC236}">
                      <a16:creationId xmlns:a16="http://schemas.microsoft.com/office/drawing/2014/main" id="{99A34AC8-28A1-CD81-F561-FF20E0A00837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33" name="Elipse 32">
                  <a:extLst>
                    <a:ext uri="{FF2B5EF4-FFF2-40B4-BE49-F238E27FC236}">
                      <a16:creationId xmlns:a16="http://schemas.microsoft.com/office/drawing/2014/main" id="{8FD7C52E-9D83-95EE-AC02-B1D931867B46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31" name="Arco de bloque 30">
                <a:extLst>
                  <a:ext uri="{FF2B5EF4-FFF2-40B4-BE49-F238E27FC236}">
                    <a16:creationId xmlns:a16="http://schemas.microsoft.com/office/drawing/2014/main" id="{DDD36446-24AD-7DF1-A251-0491F40189DB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F393EBBA-CC0B-46B0-BE7B-71EE9867BA7F}"/>
                </a:ext>
              </a:extLst>
            </p:cNvPr>
            <p:cNvGrpSpPr/>
            <p:nvPr/>
          </p:nvGrpSpPr>
          <p:grpSpPr>
            <a:xfrm>
              <a:off x="5653193" y="3582761"/>
              <a:ext cx="744892" cy="674136"/>
              <a:chOff x="5652018" y="139959"/>
              <a:chExt cx="744892" cy="674136"/>
            </a:xfrm>
          </p:grpSpPr>
          <p:grpSp>
            <p:nvGrpSpPr>
              <p:cNvPr id="26" name="Grupo 25">
                <a:extLst>
                  <a:ext uri="{FF2B5EF4-FFF2-40B4-BE49-F238E27FC236}">
                    <a16:creationId xmlns:a16="http://schemas.microsoft.com/office/drawing/2014/main" id="{536BA60D-C87F-ACAA-D77B-11CEC101B285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28" name="Elipse 27">
                  <a:extLst>
                    <a:ext uri="{FF2B5EF4-FFF2-40B4-BE49-F238E27FC236}">
                      <a16:creationId xmlns:a16="http://schemas.microsoft.com/office/drawing/2014/main" id="{A4FB864F-3111-8358-27CE-9116453E54D1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29" name="Elipse 28">
                  <a:extLst>
                    <a:ext uri="{FF2B5EF4-FFF2-40B4-BE49-F238E27FC236}">
                      <a16:creationId xmlns:a16="http://schemas.microsoft.com/office/drawing/2014/main" id="{6F51D2D5-62CD-0EF4-5BBD-E37950C7A8FA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27" name="Arco de bloque 26">
                <a:extLst>
                  <a:ext uri="{FF2B5EF4-FFF2-40B4-BE49-F238E27FC236}">
                    <a16:creationId xmlns:a16="http://schemas.microsoft.com/office/drawing/2014/main" id="{823688EC-1CBE-47E8-4F9F-9E98433D48B4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1" name="Grupo 10">
              <a:extLst>
                <a:ext uri="{FF2B5EF4-FFF2-40B4-BE49-F238E27FC236}">
                  <a16:creationId xmlns:a16="http://schemas.microsoft.com/office/drawing/2014/main" id="{DBBE44D8-577C-B8C7-32B8-E5F1570B06B5}"/>
                </a:ext>
              </a:extLst>
            </p:cNvPr>
            <p:cNvGrpSpPr/>
            <p:nvPr/>
          </p:nvGrpSpPr>
          <p:grpSpPr>
            <a:xfrm>
              <a:off x="5670491" y="4210234"/>
              <a:ext cx="744892" cy="674136"/>
              <a:chOff x="5652018" y="139959"/>
              <a:chExt cx="744892" cy="674136"/>
            </a:xfrm>
          </p:grpSpPr>
          <p:grpSp>
            <p:nvGrpSpPr>
              <p:cNvPr id="22" name="Grupo 21">
                <a:extLst>
                  <a:ext uri="{FF2B5EF4-FFF2-40B4-BE49-F238E27FC236}">
                    <a16:creationId xmlns:a16="http://schemas.microsoft.com/office/drawing/2014/main" id="{E5C7B4F9-0A61-8A22-ABB3-E3DBC61102F8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24" name="Elipse 23">
                  <a:extLst>
                    <a:ext uri="{FF2B5EF4-FFF2-40B4-BE49-F238E27FC236}">
                      <a16:creationId xmlns:a16="http://schemas.microsoft.com/office/drawing/2014/main" id="{118EF317-9AF1-E40C-2017-DA0C0F273CA7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25" name="Elipse 24">
                  <a:extLst>
                    <a:ext uri="{FF2B5EF4-FFF2-40B4-BE49-F238E27FC236}">
                      <a16:creationId xmlns:a16="http://schemas.microsoft.com/office/drawing/2014/main" id="{DEC601EC-9374-7553-77DD-871FBB222082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23" name="Arco de bloque 22">
                <a:extLst>
                  <a:ext uri="{FF2B5EF4-FFF2-40B4-BE49-F238E27FC236}">
                    <a16:creationId xmlns:a16="http://schemas.microsoft.com/office/drawing/2014/main" id="{D38B6D82-836A-BFBF-E200-52864F0F65A1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2" name="Grupo 11">
              <a:extLst>
                <a:ext uri="{FF2B5EF4-FFF2-40B4-BE49-F238E27FC236}">
                  <a16:creationId xmlns:a16="http://schemas.microsoft.com/office/drawing/2014/main" id="{8544EF75-2AD0-6BBE-B757-9176142E805D}"/>
                </a:ext>
              </a:extLst>
            </p:cNvPr>
            <p:cNvGrpSpPr/>
            <p:nvPr/>
          </p:nvGrpSpPr>
          <p:grpSpPr>
            <a:xfrm>
              <a:off x="5696341" y="4830379"/>
              <a:ext cx="744892" cy="674136"/>
              <a:chOff x="5652018" y="139959"/>
              <a:chExt cx="744892" cy="674136"/>
            </a:xfrm>
          </p:grpSpPr>
          <p:grpSp>
            <p:nvGrpSpPr>
              <p:cNvPr id="18" name="Grupo 17">
                <a:extLst>
                  <a:ext uri="{FF2B5EF4-FFF2-40B4-BE49-F238E27FC236}">
                    <a16:creationId xmlns:a16="http://schemas.microsoft.com/office/drawing/2014/main" id="{4E0B4CC2-FD8B-D910-4EF0-76149FF7AC71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20" name="Elipse 19">
                  <a:extLst>
                    <a:ext uri="{FF2B5EF4-FFF2-40B4-BE49-F238E27FC236}">
                      <a16:creationId xmlns:a16="http://schemas.microsoft.com/office/drawing/2014/main" id="{5F6B5917-4507-3554-C23E-873F176F86AC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21" name="Elipse 20">
                  <a:extLst>
                    <a:ext uri="{FF2B5EF4-FFF2-40B4-BE49-F238E27FC236}">
                      <a16:creationId xmlns:a16="http://schemas.microsoft.com/office/drawing/2014/main" id="{97F5C3EE-C8ED-AA3F-B7A2-F660796DD127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19" name="Arco de bloque 18">
                <a:extLst>
                  <a:ext uri="{FF2B5EF4-FFF2-40B4-BE49-F238E27FC236}">
                    <a16:creationId xmlns:a16="http://schemas.microsoft.com/office/drawing/2014/main" id="{C012EF9A-B12F-3197-D367-4048E0DEDD95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3" name="Grupo 12">
              <a:extLst>
                <a:ext uri="{FF2B5EF4-FFF2-40B4-BE49-F238E27FC236}">
                  <a16:creationId xmlns:a16="http://schemas.microsoft.com/office/drawing/2014/main" id="{72BB96AE-16D6-DE07-7A23-EE5D4533CCCF}"/>
                </a:ext>
              </a:extLst>
            </p:cNvPr>
            <p:cNvGrpSpPr/>
            <p:nvPr/>
          </p:nvGrpSpPr>
          <p:grpSpPr>
            <a:xfrm>
              <a:off x="5687398" y="5441394"/>
              <a:ext cx="744892" cy="674136"/>
              <a:chOff x="5652018" y="139959"/>
              <a:chExt cx="744892" cy="674136"/>
            </a:xfrm>
          </p:grpSpPr>
          <p:grpSp>
            <p:nvGrpSpPr>
              <p:cNvPr id="14" name="Grupo 13">
                <a:extLst>
                  <a:ext uri="{FF2B5EF4-FFF2-40B4-BE49-F238E27FC236}">
                    <a16:creationId xmlns:a16="http://schemas.microsoft.com/office/drawing/2014/main" id="{0857CC6D-49B5-D241-2D9E-4791AD215890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16" name="Elipse 15">
                  <a:extLst>
                    <a:ext uri="{FF2B5EF4-FFF2-40B4-BE49-F238E27FC236}">
                      <a16:creationId xmlns:a16="http://schemas.microsoft.com/office/drawing/2014/main" id="{4094A46C-3019-95E3-154B-CAB4C092DEFB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17" name="Elipse 16">
                  <a:extLst>
                    <a:ext uri="{FF2B5EF4-FFF2-40B4-BE49-F238E27FC236}">
                      <a16:creationId xmlns:a16="http://schemas.microsoft.com/office/drawing/2014/main" id="{9D552700-E0D7-2708-B7C7-0210ED9D029D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15" name="Arco de bloque 14">
                <a:extLst>
                  <a:ext uri="{FF2B5EF4-FFF2-40B4-BE49-F238E27FC236}">
                    <a16:creationId xmlns:a16="http://schemas.microsoft.com/office/drawing/2014/main" id="{C0CC579D-B38E-18D3-1285-A53A010466A2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60" name="CuadroTexto 59">
            <a:extLst>
              <a:ext uri="{FF2B5EF4-FFF2-40B4-BE49-F238E27FC236}">
                <a16:creationId xmlns:a16="http://schemas.microsoft.com/office/drawing/2014/main" id="{EDAA7AE3-78A3-B148-C9BA-00FCA2949638}"/>
              </a:ext>
            </a:extLst>
          </p:cNvPr>
          <p:cNvSpPr txBox="1"/>
          <p:nvPr/>
        </p:nvSpPr>
        <p:spPr>
          <a:xfrm>
            <a:off x="61344" y="1005374"/>
            <a:ext cx="5599401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oadway" panose="04040905080B02020502" pitchFamily="82" charset="0"/>
              </a:rPr>
              <a:t>Estructura Selectiva</a:t>
            </a:r>
          </a:p>
          <a:p>
            <a:pPr algn="just"/>
            <a:r>
              <a:rPr lang="es-ES" sz="1400" b="1" dirty="0">
                <a:latin typeface="Bradley Hand ITC" panose="03070402050302030203" pitchFamily="66" charset="0"/>
              </a:rPr>
              <a:t>En el contexto de la programación en Python, las estructuras selectivas son aquellas que permite tomar decisiones durante la ejecución del programa, es decir, ejecutar diferentes bloques de código según se cumpla o no una condición.</a:t>
            </a:r>
          </a:p>
          <a:p>
            <a:pPr algn="just"/>
            <a:r>
              <a:rPr lang="es-ES" sz="1400" b="1" dirty="0">
                <a:latin typeface="Bradley Hand ITC" panose="03070402050302030203" pitchFamily="66" charset="0"/>
              </a:rPr>
              <a:t>Aunque las estructuras selectivas no son exclusivas de la programación POO (también se usan en programación estructurada), en un programa Orientado a Objetos se usan dentro de métodos o funciones que pertenecen a clases para controlar el flujo de ejecución.</a:t>
            </a:r>
          </a:p>
          <a:p>
            <a:pPr algn="just"/>
            <a:r>
              <a:rPr lang="es-ES" sz="1400" b="1" dirty="0">
                <a:highlight>
                  <a:srgbClr val="FFFF00"/>
                </a:highlight>
                <a:latin typeface="Bradley Hand ITC" panose="03070402050302030203" pitchFamily="66" charset="0"/>
              </a:rPr>
              <a:t>Definición: </a:t>
            </a:r>
            <a:r>
              <a:rPr lang="es-ES" sz="1400" b="1" dirty="0">
                <a:latin typeface="Bradley Hand ITC" panose="03070402050302030203" pitchFamily="66" charset="0"/>
              </a:rPr>
              <a:t>Una estructura selectiva en POO con Python es una construcción de control que permite ejecutar diferentes bloques de código dentro de métodos de clase, dependiendo de si se cumple una, o no, una o varias condiciones.</a:t>
            </a:r>
          </a:p>
          <a:p>
            <a:pPr algn="just"/>
            <a:r>
              <a:rPr lang="es-E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oadway" panose="04040905080B02020502" pitchFamily="82" charset="0"/>
              </a:rPr>
              <a:t>1</a:t>
            </a:r>
            <a:r>
              <a:rPr lang="es-ES" sz="1600" b="1" dirty="0">
                <a:solidFill>
                  <a:srgbClr val="C00000"/>
                </a:solidFill>
                <a:latin typeface="Broadway" panose="04040905080B02020502" pitchFamily="82" charset="0"/>
              </a:rPr>
              <a:t>. Estructura Selectiva Simple:</a:t>
            </a:r>
          </a:p>
          <a:p>
            <a:pPr algn="just"/>
            <a:r>
              <a:rPr lang="es-ES" sz="1400" b="1" dirty="0">
                <a:latin typeface="Bradley Hand ITC" panose="03070402050302030203" pitchFamily="66" charset="0"/>
              </a:rPr>
              <a:t>Se ejecuta un bloque de código solo si se cumple la condición, en caso contrario, no hace nada. Ejem:</a:t>
            </a:r>
          </a:p>
          <a:p>
            <a:endParaRPr lang="es-PE" dirty="0"/>
          </a:p>
        </p:txBody>
      </p:sp>
      <p:pic>
        <p:nvPicPr>
          <p:cNvPr id="62" name="Imagen 61">
            <a:extLst>
              <a:ext uri="{FF2B5EF4-FFF2-40B4-BE49-F238E27FC236}">
                <a16:creationId xmlns:a16="http://schemas.microsoft.com/office/drawing/2014/main" id="{0E4702AC-EDC6-8260-A83D-315F856EFA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0024" y="4779236"/>
            <a:ext cx="2333951" cy="103837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3" name="CuadroTexto 62">
            <a:extLst>
              <a:ext uri="{FF2B5EF4-FFF2-40B4-BE49-F238E27FC236}">
                <a16:creationId xmlns:a16="http://schemas.microsoft.com/office/drawing/2014/main" id="{5C1AADAA-29D4-0A89-3A8A-6A48FE6555A0}"/>
              </a:ext>
            </a:extLst>
          </p:cNvPr>
          <p:cNvSpPr txBox="1"/>
          <p:nvPr/>
        </p:nvSpPr>
        <p:spPr>
          <a:xfrm>
            <a:off x="6617710" y="933607"/>
            <a:ext cx="5378347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C00000"/>
                </a:solidFill>
                <a:latin typeface="Broadway" panose="04040905080B02020502" pitchFamily="82" charset="0"/>
              </a:rPr>
              <a:t>2. Estructura selectiva doble:</a:t>
            </a:r>
          </a:p>
          <a:p>
            <a:r>
              <a:rPr lang="es-ES" sz="1400" b="1" dirty="0">
                <a:latin typeface="Bradley Hand ITC" panose="03070402050302030203" pitchFamily="66" charset="0"/>
              </a:rPr>
              <a:t>Permite dos ramas. Una si la condición es verdadera, otra si es falsa. Ejem:</a:t>
            </a:r>
          </a:p>
          <a:p>
            <a:endParaRPr lang="es-PE" dirty="0"/>
          </a:p>
          <a:p>
            <a:endParaRPr lang="es-PE" dirty="0"/>
          </a:p>
          <a:p>
            <a:endParaRPr lang="es-PE" dirty="0"/>
          </a:p>
          <a:p>
            <a:endParaRPr lang="es-PE" dirty="0">
              <a:solidFill>
                <a:srgbClr val="C00000"/>
              </a:solidFill>
              <a:latin typeface="Broadway" panose="04040905080B02020502" pitchFamily="82" charset="0"/>
            </a:endParaRPr>
          </a:p>
          <a:p>
            <a:pPr algn="just"/>
            <a:r>
              <a:rPr lang="es-ES" sz="1400" b="1" dirty="0">
                <a:solidFill>
                  <a:srgbClr val="C00000"/>
                </a:solidFill>
                <a:latin typeface="Broadway" panose="04040905080B02020502" pitchFamily="82" charset="0"/>
              </a:rPr>
              <a:t>3. Estructura Selectiva múltiple:</a:t>
            </a:r>
          </a:p>
          <a:p>
            <a:pPr algn="just"/>
            <a:r>
              <a:rPr lang="es-ES" sz="1400" b="1" dirty="0">
                <a:latin typeface="Bradley Hand ITC" panose="03070402050302030203" pitchFamily="66" charset="0"/>
              </a:rPr>
              <a:t>Gestiona más de dos alternativas mutuamente exclusivas. Solo se ejecuta la primera condición verdadera. Ejem:</a:t>
            </a:r>
          </a:p>
          <a:p>
            <a:endParaRPr lang="es-PE" dirty="0"/>
          </a:p>
        </p:txBody>
      </p:sp>
      <p:pic>
        <p:nvPicPr>
          <p:cNvPr id="65" name="Imagen 64">
            <a:extLst>
              <a:ext uri="{FF2B5EF4-FFF2-40B4-BE49-F238E27FC236}">
                <a16:creationId xmlns:a16="http://schemas.microsoft.com/office/drawing/2014/main" id="{2335B57F-1501-DDCA-73F6-DD377AC889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2842" y="1451296"/>
            <a:ext cx="2389520" cy="119081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7" name="Imagen 66">
            <a:extLst>
              <a:ext uri="{FF2B5EF4-FFF2-40B4-BE49-F238E27FC236}">
                <a16:creationId xmlns:a16="http://schemas.microsoft.com/office/drawing/2014/main" id="{FD80C164-218B-283E-2E0B-C2189900DE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4336" y="3452322"/>
            <a:ext cx="3130311" cy="1095528"/>
          </a:xfrm>
          <a:prstGeom prst="rect">
            <a:avLst/>
          </a:prstGeom>
        </p:spPr>
      </p:pic>
      <p:pic>
        <p:nvPicPr>
          <p:cNvPr id="69" name="Imagen 68">
            <a:extLst>
              <a:ext uri="{FF2B5EF4-FFF2-40B4-BE49-F238E27FC236}">
                <a16:creationId xmlns:a16="http://schemas.microsoft.com/office/drawing/2014/main" id="{CBDD682D-6AF3-2F9C-D0D6-CF75FB956B8D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5181"/>
          <a:stretch/>
        </p:blipFill>
        <p:spPr>
          <a:xfrm>
            <a:off x="7654336" y="4515609"/>
            <a:ext cx="3130311" cy="1212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01214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Imagen 58">
            <a:extLst>
              <a:ext uri="{FF2B5EF4-FFF2-40B4-BE49-F238E27FC236}">
                <a16:creationId xmlns:a16="http://schemas.microsoft.com/office/drawing/2014/main" id="{1DA06929-D471-8935-492C-107777D006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4780" y="-781"/>
            <a:ext cx="5950314" cy="6858000"/>
          </a:xfrm>
          <a:prstGeom prst="rect">
            <a:avLst/>
          </a:prstGeom>
        </p:spPr>
      </p:pic>
      <p:pic>
        <p:nvPicPr>
          <p:cNvPr id="58" name="Imagen 57">
            <a:extLst>
              <a:ext uri="{FF2B5EF4-FFF2-40B4-BE49-F238E27FC236}">
                <a16:creationId xmlns:a16="http://schemas.microsoft.com/office/drawing/2014/main" id="{7A3A61E2-163B-AA78-A088-448EB30873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988794" cy="6858000"/>
          </a:xfrm>
          <a:prstGeom prst="rect">
            <a:avLst/>
          </a:prstGeom>
        </p:spPr>
      </p:pic>
      <p:grpSp>
        <p:nvGrpSpPr>
          <p:cNvPr id="2" name="Grupo 1">
            <a:extLst>
              <a:ext uri="{FF2B5EF4-FFF2-40B4-BE49-F238E27FC236}">
                <a16:creationId xmlns:a16="http://schemas.microsoft.com/office/drawing/2014/main" id="{5092580F-C9F3-7A31-CE06-9CDC828C12C2}"/>
              </a:ext>
            </a:extLst>
          </p:cNvPr>
          <p:cNvGrpSpPr/>
          <p:nvPr/>
        </p:nvGrpSpPr>
        <p:grpSpPr>
          <a:xfrm>
            <a:off x="5690023" y="559837"/>
            <a:ext cx="811954" cy="5975571"/>
            <a:chOff x="5629279" y="139959"/>
            <a:chExt cx="811954" cy="5975571"/>
          </a:xfrm>
        </p:grpSpPr>
        <p:grpSp>
          <p:nvGrpSpPr>
            <p:cNvPr id="3" name="Grupo 2">
              <a:extLst>
                <a:ext uri="{FF2B5EF4-FFF2-40B4-BE49-F238E27FC236}">
                  <a16:creationId xmlns:a16="http://schemas.microsoft.com/office/drawing/2014/main" id="{4B95AEA8-8337-CA57-B5D5-DDCAB173990E}"/>
                </a:ext>
              </a:extLst>
            </p:cNvPr>
            <p:cNvGrpSpPr/>
            <p:nvPr/>
          </p:nvGrpSpPr>
          <p:grpSpPr>
            <a:xfrm>
              <a:off x="5652018" y="139959"/>
              <a:ext cx="744892" cy="674136"/>
              <a:chOff x="5652018" y="139959"/>
              <a:chExt cx="744892" cy="674136"/>
            </a:xfrm>
          </p:grpSpPr>
          <p:grpSp>
            <p:nvGrpSpPr>
              <p:cNvPr id="54" name="Grupo 53">
                <a:extLst>
                  <a:ext uri="{FF2B5EF4-FFF2-40B4-BE49-F238E27FC236}">
                    <a16:creationId xmlns:a16="http://schemas.microsoft.com/office/drawing/2014/main" id="{93665047-BD38-E8C5-55FA-9AAD57815812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56" name="Elipse 55">
                  <a:extLst>
                    <a:ext uri="{FF2B5EF4-FFF2-40B4-BE49-F238E27FC236}">
                      <a16:creationId xmlns:a16="http://schemas.microsoft.com/office/drawing/2014/main" id="{62C91886-28E8-BC96-6B29-174AA9E63970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57" name="Elipse 56">
                  <a:extLst>
                    <a:ext uri="{FF2B5EF4-FFF2-40B4-BE49-F238E27FC236}">
                      <a16:creationId xmlns:a16="http://schemas.microsoft.com/office/drawing/2014/main" id="{4888716F-7004-D08A-A80F-21E3798D8A3D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55" name="Arco de bloque 54">
                <a:extLst>
                  <a:ext uri="{FF2B5EF4-FFF2-40B4-BE49-F238E27FC236}">
                    <a16:creationId xmlns:a16="http://schemas.microsoft.com/office/drawing/2014/main" id="{FB575EA3-04A9-FD3C-BC70-3DE69A49765A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" name="Grupo 3">
              <a:extLst>
                <a:ext uri="{FF2B5EF4-FFF2-40B4-BE49-F238E27FC236}">
                  <a16:creationId xmlns:a16="http://schemas.microsoft.com/office/drawing/2014/main" id="{C6718C26-251E-81D1-0E67-FFBB26BC2CFA}"/>
                </a:ext>
              </a:extLst>
            </p:cNvPr>
            <p:cNvGrpSpPr/>
            <p:nvPr/>
          </p:nvGrpSpPr>
          <p:grpSpPr>
            <a:xfrm>
              <a:off x="5674767" y="2358308"/>
              <a:ext cx="744892" cy="674136"/>
              <a:chOff x="5652018" y="139959"/>
              <a:chExt cx="744892" cy="674136"/>
            </a:xfrm>
          </p:grpSpPr>
          <p:grpSp>
            <p:nvGrpSpPr>
              <p:cNvPr id="50" name="Grupo 49">
                <a:extLst>
                  <a:ext uri="{FF2B5EF4-FFF2-40B4-BE49-F238E27FC236}">
                    <a16:creationId xmlns:a16="http://schemas.microsoft.com/office/drawing/2014/main" id="{E7BBE651-8EAD-8508-7716-9CBFC28ECEE6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52" name="Elipse 51">
                  <a:extLst>
                    <a:ext uri="{FF2B5EF4-FFF2-40B4-BE49-F238E27FC236}">
                      <a16:creationId xmlns:a16="http://schemas.microsoft.com/office/drawing/2014/main" id="{FCF6D69A-3B48-DCCD-3A93-1DCB16EADB4F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53" name="Elipse 52">
                  <a:extLst>
                    <a:ext uri="{FF2B5EF4-FFF2-40B4-BE49-F238E27FC236}">
                      <a16:creationId xmlns:a16="http://schemas.microsoft.com/office/drawing/2014/main" id="{10002A2D-2DF6-5BEA-A3F5-154009179BB1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51" name="Arco de bloque 50">
                <a:extLst>
                  <a:ext uri="{FF2B5EF4-FFF2-40B4-BE49-F238E27FC236}">
                    <a16:creationId xmlns:a16="http://schemas.microsoft.com/office/drawing/2014/main" id="{D8A32F20-042B-F576-8122-156FF5B60DC7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" name="Grupo 4">
              <a:extLst>
                <a:ext uri="{FF2B5EF4-FFF2-40B4-BE49-F238E27FC236}">
                  <a16:creationId xmlns:a16="http://schemas.microsoft.com/office/drawing/2014/main" id="{6C6C5A30-1B92-ED63-D49F-6B6905A94EBC}"/>
                </a:ext>
              </a:extLst>
            </p:cNvPr>
            <p:cNvGrpSpPr/>
            <p:nvPr/>
          </p:nvGrpSpPr>
          <p:grpSpPr>
            <a:xfrm>
              <a:off x="5650853" y="1167491"/>
              <a:ext cx="744892" cy="674136"/>
              <a:chOff x="5652018" y="139959"/>
              <a:chExt cx="744892" cy="674136"/>
            </a:xfrm>
          </p:grpSpPr>
          <p:grpSp>
            <p:nvGrpSpPr>
              <p:cNvPr id="46" name="Grupo 45">
                <a:extLst>
                  <a:ext uri="{FF2B5EF4-FFF2-40B4-BE49-F238E27FC236}">
                    <a16:creationId xmlns:a16="http://schemas.microsoft.com/office/drawing/2014/main" id="{C3F6F9F4-18B8-BE2D-1C87-D43463341784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48" name="Elipse 47">
                  <a:extLst>
                    <a:ext uri="{FF2B5EF4-FFF2-40B4-BE49-F238E27FC236}">
                      <a16:creationId xmlns:a16="http://schemas.microsoft.com/office/drawing/2014/main" id="{E5F010A5-0791-6064-8A44-D0A50EA953F2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49" name="Elipse 48">
                  <a:extLst>
                    <a:ext uri="{FF2B5EF4-FFF2-40B4-BE49-F238E27FC236}">
                      <a16:creationId xmlns:a16="http://schemas.microsoft.com/office/drawing/2014/main" id="{067D677F-1BC1-748A-E36A-57E2C182A679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47" name="Arco de bloque 46">
                <a:extLst>
                  <a:ext uri="{FF2B5EF4-FFF2-40B4-BE49-F238E27FC236}">
                    <a16:creationId xmlns:a16="http://schemas.microsoft.com/office/drawing/2014/main" id="{3921AFD5-BAB6-062C-4509-E22C990EDF86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DE198F09-0906-0654-5602-D4EDEE1E77DA}"/>
                </a:ext>
              </a:extLst>
            </p:cNvPr>
            <p:cNvGrpSpPr/>
            <p:nvPr/>
          </p:nvGrpSpPr>
          <p:grpSpPr>
            <a:xfrm>
              <a:off x="5629279" y="1726160"/>
              <a:ext cx="744892" cy="674136"/>
              <a:chOff x="5652018" y="139959"/>
              <a:chExt cx="744892" cy="674136"/>
            </a:xfrm>
          </p:grpSpPr>
          <p:grpSp>
            <p:nvGrpSpPr>
              <p:cNvPr id="42" name="Grupo 41">
                <a:extLst>
                  <a:ext uri="{FF2B5EF4-FFF2-40B4-BE49-F238E27FC236}">
                    <a16:creationId xmlns:a16="http://schemas.microsoft.com/office/drawing/2014/main" id="{0EE06140-DD3F-87F9-1DCA-DDEBC6C78AA3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44" name="Elipse 43">
                  <a:extLst>
                    <a:ext uri="{FF2B5EF4-FFF2-40B4-BE49-F238E27FC236}">
                      <a16:creationId xmlns:a16="http://schemas.microsoft.com/office/drawing/2014/main" id="{DAE66BA5-A8A8-CA02-9E33-BD93B4FD068C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45" name="Elipse 44">
                  <a:extLst>
                    <a:ext uri="{FF2B5EF4-FFF2-40B4-BE49-F238E27FC236}">
                      <a16:creationId xmlns:a16="http://schemas.microsoft.com/office/drawing/2014/main" id="{609272F6-F6CC-8863-A398-582BF5469F06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43" name="Arco de bloque 42">
                <a:extLst>
                  <a:ext uri="{FF2B5EF4-FFF2-40B4-BE49-F238E27FC236}">
                    <a16:creationId xmlns:a16="http://schemas.microsoft.com/office/drawing/2014/main" id="{C2C51091-091C-C848-6B89-C871F768895B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7" name="Grupo 6">
              <a:extLst>
                <a:ext uri="{FF2B5EF4-FFF2-40B4-BE49-F238E27FC236}">
                  <a16:creationId xmlns:a16="http://schemas.microsoft.com/office/drawing/2014/main" id="{CCE47B9F-8092-F9CC-0FE6-3562BDED6FBC}"/>
                </a:ext>
              </a:extLst>
            </p:cNvPr>
            <p:cNvGrpSpPr/>
            <p:nvPr/>
          </p:nvGrpSpPr>
          <p:grpSpPr>
            <a:xfrm>
              <a:off x="5653963" y="658000"/>
              <a:ext cx="744892" cy="674136"/>
              <a:chOff x="5652018" y="139959"/>
              <a:chExt cx="744892" cy="674136"/>
            </a:xfrm>
          </p:grpSpPr>
          <p:grpSp>
            <p:nvGrpSpPr>
              <p:cNvPr id="38" name="Grupo 37">
                <a:extLst>
                  <a:ext uri="{FF2B5EF4-FFF2-40B4-BE49-F238E27FC236}">
                    <a16:creationId xmlns:a16="http://schemas.microsoft.com/office/drawing/2014/main" id="{3A8DA23F-66EA-0E3E-861F-2175966FBF12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40" name="Elipse 39">
                  <a:extLst>
                    <a:ext uri="{FF2B5EF4-FFF2-40B4-BE49-F238E27FC236}">
                      <a16:creationId xmlns:a16="http://schemas.microsoft.com/office/drawing/2014/main" id="{EEB902FB-D9D9-66EE-966B-127A549257A5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41" name="Elipse 40">
                  <a:extLst>
                    <a:ext uri="{FF2B5EF4-FFF2-40B4-BE49-F238E27FC236}">
                      <a16:creationId xmlns:a16="http://schemas.microsoft.com/office/drawing/2014/main" id="{CC290B7E-FF9B-0BBC-5068-5FF620690D44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39" name="Arco de bloque 38">
                <a:extLst>
                  <a:ext uri="{FF2B5EF4-FFF2-40B4-BE49-F238E27FC236}">
                    <a16:creationId xmlns:a16="http://schemas.microsoft.com/office/drawing/2014/main" id="{67B139A8-0A57-975A-00DB-63E9BC6303E6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8" name="Grupo 7">
              <a:extLst>
                <a:ext uri="{FF2B5EF4-FFF2-40B4-BE49-F238E27FC236}">
                  <a16:creationId xmlns:a16="http://schemas.microsoft.com/office/drawing/2014/main" id="{F96D3788-AE33-E16F-787C-2299051F065E}"/>
                </a:ext>
              </a:extLst>
            </p:cNvPr>
            <p:cNvGrpSpPr/>
            <p:nvPr/>
          </p:nvGrpSpPr>
          <p:grpSpPr>
            <a:xfrm>
              <a:off x="5652799" y="608822"/>
              <a:ext cx="744892" cy="674136"/>
              <a:chOff x="5652018" y="139959"/>
              <a:chExt cx="744892" cy="674136"/>
            </a:xfrm>
          </p:grpSpPr>
          <p:grpSp>
            <p:nvGrpSpPr>
              <p:cNvPr id="34" name="Grupo 33">
                <a:extLst>
                  <a:ext uri="{FF2B5EF4-FFF2-40B4-BE49-F238E27FC236}">
                    <a16:creationId xmlns:a16="http://schemas.microsoft.com/office/drawing/2014/main" id="{02B2F13B-384D-61C9-55A9-AB3A5F78481E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36" name="Elipse 35">
                  <a:extLst>
                    <a:ext uri="{FF2B5EF4-FFF2-40B4-BE49-F238E27FC236}">
                      <a16:creationId xmlns:a16="http://schemas.microsoft.com/office/drawing/2014/main" id="{0E53C8FC-1BC4-CC29-9A54-FCB5A500C2F9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37" name="Elipse 36">
                  <a:extLst>
                    <a:ext uri="{FF2B5EF4-FFF2-40B4-BE49-F238E27FC236}">
                      <a16:creationId xmlns:a16="http://schemas.microsoft.com/office/drawing/2014/main" id="{FA27FEC3-1C12-B756-AADD-96A764513C35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35" name="Arco de bloque 34">
                <a:extLst>
                  <a:ext uri="{FF2B5EF4-FFF2-40B4-BE49-F238E27FC236}">
                    <a16:creationId xmlns:a16="http://schemas.microsoft.com/office/drawing/2014/main" id="{763EFA9A-04D5-BB58-140D-46BECEF6A3DC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9BF74C04-7A15-F091-E9AE-BDEC589E38E3}"/>
                </a:ext>
              </a:extLst>
            </p:cNvPr>
            <p:cNvGrpSpPr/>
            <p:nvPr/>
          </p:nvGrpSpPr>
          <p:grpSpPr>
            <a:xfrm>
              <a:off x="5656494" y="2956438"/>
              <a:ext cx="744892" cy="674136"/>
              <a:chOff x="5652018" y="139959"/>
              <a:chExt cx="744892" cy="674136"/>
            </a:xfrm>
          </p:grpSpPr>
          <p:grpSp>
            <p:nvGrpSpPr>
              <p:cNvPr id="30" name="Grupo 29">
                <a:extLst>
                  <a:ext uri="{FF2B5EF4-FFF2-40B4-BE49-F238E27FC236}">
                    <a16:creationId xmlns:a16="http://schemas.microsoft.com/office/drawing/2014/main" id="{92000BFD-905B-982E-5361-984A12D0B399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32" name="Elipse 31">
                  <a:extLst>
                    <a:ext uri="{FF2B5EF4-FFF2-40B4-BE49-F238E27FC236}">
                      <a16:creationId xmlns:a16="http://schemas.microsoft.com/office/drawing/2014/main" id="{99A34AC8-28A1-CD81-F561-FF20E0A00837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33" name="Elipse 32">
                  <a:extLst>
                    <a:ext uri="{FF2B5EF4-FFF2-40B4-BE49-F238E27FC236}">
                      <a16:creationId xmlns:a16="http://schemas.microsoft.com/office/drawing/2014/main" id="{8FD7C52E-9D83-95EE-AC02-B1D931867B46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31" name="Arco de bloque 30">
                <a:extLst>
                  <a:ext uri="{FF2B5EF4-FFF2-40B4-BE49-F238E27FC236}">
                    <a16:creationId xmlns:a16="http://schemas.microsoft.com/office/drawing/2014/main" id="{DDD36446-24AD-7DF1-A251-0491F40189DB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F393EBBA-CC0B-46B0-BE7B-71EE9867BA7F}"/>
                </a:ext>
              </a:extLst>
            </p:cNvPr>
            <p:cNvGrpSpPr/>
            <p:nvPr/>
          </p:nvGrpSpPr>
          <p:grpSpPr>
            <a:xfrm>
              <a:off x="5653193" y="3582761"/>
              <a:ext cx="744892" cy="674136"/>
              <a:chOff x="5652018" y="139959"/>
              <a:chExt cx="744892" cy="674136"/>
            </a:xfrm>
          </p:grpSpPr>
          <p:grpSp>
            <p:nvGrpSpPr>
              <p:cNvPr id="26" name="Grupo 25">
                <a:extLst>
                  <a:ext uri="{FF2B5EF4-FFF2-40B4-BE49-F238E27FC236}">
                    <a16:creationId xmlns:a16="http://schemas.microsoft.com/office/drawing/2014/main" id="{536BA60D-C87F-ACAA-D77B-11CEC101B285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28" name="Elipse 27">
                  <a:extLst>
                    <a:ext uri="{FF2B5EF4-FFF2-40B4-BE49-F238E27FC236}">
                      <a16:creationId xmlns:a16="http://schemas.microsoft.com/office/drawing/2014/main" id="{A4FB864F-3111-8358-27CE-9116453E54D1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29" name="Elipse 28">
                  <a:extLst>
                    <a:ext uri="{FF2B5EF4-FFF2-40B4-BE49-F238E27FC236}">
                      <a16:creationId xmlns:a16="http://schemas.microsoft.com/office/drawing/2014/main" id="{6F51D2D5-62CD-0EF4-5BBD-E37950C7A8FA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27" name="Arco de bloque 26">
                <a:extLst>
                  <a:ext uri="{FF2B5EF4-FFF2-40B4-BE49-F238E27FC236}">
                    <a16:creationId xmlns:a16="http://schemas.microsoft.com/office/drawing/2014/main" id="{823688EC-1CBE-47E8-4F9F-9E98433D48B4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1" name="Grupo 10">
              <a:extLst>
                <a:ext uri="{FF2B5EF4-FFF2-40B4-BE49-F238E27FC236}">
                  <a16:creationId xmlns:a16="http://schemas.microsoft.com/office/drawing/2014/main" id="{DBBE44D8-577C-B8C7-32B8-E5F1570B06B5}"/>
                </a:ext>
              </a:extLst>
            </p:cNvPr>
            <p:cNvGrpSpPr/>
            <p:nvPr/>
          </p:nvGrpSpPr>
          <p:grpSpPr>
            <a:xfrm>
              <a:off x="5670491" y="4210234"/>
              <a:ext cx="744892" cy="674136"/>
              <a:chOff x="5652018" y="139959"/>
              <a:chExt cx="744892" cy="674136"/>
            </a:xfrm>
          </p:grpSpPr>
          <p:grpSp>
            <p:nvGrpSpPr>
              <p:cNvPr id="22" name="Grupo 21">
                <a:extLst>
                  <a:ext uri="{FF2B5EF4-FFF2-40B4-BE49-F238E27FC236}">
                    <a16:creationId xmlns:a16="http://schemas.microsoft.com/office/drawing/2014/main" id="{E5C7B4F9-0A61-8A22-ABB3-E3DBC61102F8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24" name="Elipse 23">
                  <a:extLst>
                    <a:ext uri="{FF2B5EF4-FFF2-40B4-BE49-F238E27FC236}">
                      <a16:creationId xmlns:a16="http://schemas.microsoft.com/office/drawing/2014/main" id="{118EF317-9AF1-E40C-2017-DA0C0F273CA7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25" name="Elipse 24">
                  <a:extLst>
                    <a:ext uri="{FF2B5EF4-FFF2-40B4-BE49-F238E27FC236}">
                      <a16:creationId xmlns:a16="http://schemas.microsoft.com/office/drawing/2014/main" id="{DEC601EC-9374-7553-77DD-871FBB222082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23" name="Arco de bloque 22">
                <a:extLst>
                  <a:ext uri="{FF2B5EF4-FFF2-40B4-BE49-F238E27FC236}">
                    <a16:creationId xmlns:a16="http://schemas.microsoft.com/office/drawing/2014/main" id="{D38B6D82-836A-BFBF-E200-52864F0F65A1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2" name="Grupo 11">
              <a:extLst>
                <a:ext uri="{FF2B5EF4-FFF2-40B4-BE49-F238E27FC236}">
                  <a16:creationId xmlns:a16="http://schemas.microsoft.com/office/drawing/2014/main" id="{8544EF75-2AD0-6BBE-B757-9176142E805D}"/>
                </a:ext>
              </a:extLst>
            </p:cNvPr>
            <p:cNvGrpSpPr/>
            <p:nvPr/>
          </p:nvGrpSpPr>
          <p:grpSpPr>
            <a:xfrm>
              <a:off x="5696341" y="4830379"/>
              <a:ext cx="744892" cy="674136"/>
              <a:chOff x="5652018" y="139959"/>
              <a:chExt cx="744892" cy="674136"/>
            </a:xfrm>
          </p:grpSpPr>
          <p:grpSp>
            <p:nvGrpSpPr>
              <p:cNvPr id="18" name="Grupo 17">
                <a:extLst>
                  <a:ext uri="{FF2B5EF4-FFF2-40B4-BE49-F238E27FC236}">
                    <a16:creationId xmlns:a16="http://schemas.microsoft.com/office/drawing/2014/main" id="{4E0B4CC2-FD8B-D910-4EF0-76149FF7AC71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20" name="Elipse 19">
                  <a:extLst>
                    <a:ext uri="{FF2B5EF4-FFF2-40B4-BE49-F238E27FC236}">
                      <a16:creationId xmlns:a16="http://schemas.microsoft.com/office/drawing/2014/main" id="{5F6B5917-4507-3554-C23E-873F176F86AC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21" name="Elipse 20">
                  <a:extLst>
                    <a:ext uri="{FF2B5EF4-FFF2-40B4-BE49-F238E27FC236}">
                      <a16:creationId xmlns:a16="http://schemas.microsoft.com/office/drawing/2014/main" id="{97F5C3EE-C8ED-AA3F-B7A2-F660796DD127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19" name="Arco de bloque 18">
                <a:extLst>
                  <a:ext uri="{FF2B5EF4-FFF2-40B4-BE49-F238E27FC236}">
                    <a16:creationId xmlns:a16="http://schemas.microsoft.com/office/drawing/2014/main" id="{C012EF9A-B12F-3197-D367-4048E0DEDD95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3" name="Grupo 12">
              <a:extLst>
                <a:ext uri="{FF2B5EF4-FFF2-40B4-BE49-F238E27FC236}">
                  <a16:creationId xmlns:a16="http://schemas.microsoft.com/office/drawing/2014/main" id="{72BB96AE-16D6-DE07-7A23-EE5D4533CCCF}"/>
                </a:ext>
              </a:extLst>
            </p:cNvPr>
            <p:cNvGrpSpPr/>
            <p:nvPr/>
          </p:nvGrpSpPr>
          <p:grpSpPr>
            <a:xfrm>
              <a:off x="5687398" y="5441394"/>
              <a:ext cx="744892" cy="674136"/>
              <a:chOff x="5652018" y="139959"/>
              <a:chExt cx="744892" cy="674136"/>
            </a:xfrm>
          </p:grpSpPr>
          <p:grpSp>
            <p:nvGrpSpPr>
              <p:cNvPr id="14" name="Grupo 13">
                <a:extLst>
                  <a:ext uri="{FF2B5EF4-FFF2-40B4-BE49-F238E27FC236}">
                    <a16:creationId xmlns:a16="http://schemas.microsoft.com/office/drawing/2014/main" id="{0857CC6D-49B5-D241-2D9E-4791AD215890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16" name="Elipse 15">
                  <a:extLst>
                    <a:ext uri="{FF2B5EF4-FFF2-40B4-BE49-F238E27FC236}">
                      <a16:creationId xmlns:a16="http://schemas.microsoft.com/office/drawing/2014/main" id="{4094A46C-3019-95E3-154B-CAB4C092DEFB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17" name="Elipse 16">
                  <a:extLst>
                    <a:ext uri="{FF2B5EF4-FFF2-40B4-BE49-F238E27FC236}">
                      <a16:creationId xmlns:a16="http://schemas.microsoft.com/office/drawing/2014/main" id="{9D552700-E0D7-2708-B7C7-0210ED9D029D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15" name="Arco de bloque 14">
                <a:extLst>
                  <a:ext uri="{FF2B5EF4-FFF2-40B4-BE49-F238E27FC236}">
                    <a16:creationId xmlns:a16="http://schemas.microsoft.com/office/drawing/2014/main" id="{C0CC579D-B38E-18D3-1285-A53A010466A2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66" name="CuadroTexto 65">
            <a:extLst>
              <a:ext uri="{FF2B5EF4-FFF2-40B4-BE49-F238E27FC236}">
                <a16:creationId xmlns:a16="http://schemas.microsoft.com/office/drawing/2014/main" id="{62FCCA12-4022-3416-9904-93953207EEF8}"/>
              </a:ext>
            </a:extLst>
          </p:cNvPr>
          <p:cNvSpPr txBox="1"/>
          <p:nvPr/>
        </p:nvSpPr>
        <p:spPr>
          <a:xfrm>
            <a:off x="382798" y="1003519"/>
            <a:ext cx="5036977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oadway" panose="04040905080B02020502" pitchFamily="82" charset="0"/>
              </a:rPr>
              <a:t>Ejemplo (5)</a:t>
            </a:r>
          </a:p>
          <a:p>
            <a:r>
              <a:rPr lang="es-ES" sz="1600" b="1" dirty="0">
                <a:latin typeface="Bradley Hand ITC" panose="03070402050302030203" pitchFamily="66" charset="0"/>
              </a:rPr>
              <a:t>Clase: Numero</a:t>
            </a:r>
          </a:p>
          <a:p>
            <a:r>
              <a:rPr lang="es-ES" sz="1600" b="1" dirty="0">
                <a:latin typeface="Bradley Hand ITC" panose="03070402050302030203" pitchFamily="66" charset="0"/>
              </a:rPr>
              <a:t>Atributos: Valor</a:t>
            </a:r>
          </a:p>
          <a:p>
            <a:r>
              <a:rPr lang="es-ES" sz="1600" b="1" dirty="0">
                <a:latin typeface="Bradley Hand ITC" panose="03070402050302030203" pitchFamily="66" charset="0"/>
              </a:rPr>
              <a:t>Acción: Clasificar</a:t>
            </a:r>
          </a:p>
          <a:p>
            <a:r>
              <a:rPr lang="es-ES" sz="1600" b="1" dirty="0">
                <a:latin typeface="Bradley Hand ITC" panose="03070402050302030203" pitchFamily="66" charset="0"/>
              </a:rPr>
              <a:t>Objetos: ejemplos = [Numero(0), Numero(2), Numero(5)]Valor → Nulo o Par</a:t>
            </a:r>
          </a:p>
          <a:p>
            <a:r>
              <a:rPr lang="es-E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oadway" panose="04040905080B02020502" pitchFamily="82" charset="0"/>
              </a:rPr>
              <a:t>Ejemplo (6)</a:t>
            </a:r>
          </a:p>
          <a:p>
            <a:r>
              <a:rPr lang="es-ES" sz="1600" b="1" dirty="0">
                <a:latin typeface="Bradley Hand ITC" panose="03070402050302030203" pitchFamily="66" charset="0"/>
              </a:rPr>
              <a:t>Clase: Persona</a:t>
            </a:r>
          </a:p>
          <a:p>
            <a:r>
              <a:rPr lang="es-ES" sz="1600" b="1" dirty="0">
                <a:latin typeface="Bradley Hand ITC" panose="03070402050302030203" pitchFamily="66" charset="0"/>
              </a:rPr>
              <a:t>Atributos: Nombre, edad</a:t>
            </a:r>
          </a:p>
          <a:p>
            <a:r>
              <a:rPr lang="es-ES" sz="1600" b="1" dirty="0">
                <a:latin typeface="Bradley Hand ITC" panose="03070402050302030203" pitchFamily="66" charset="0"/>
              </a:rPr>
              <a:t>Acción: </a:t>
            </a:r>
            <a:r>
              <a:rPr lang="es-ES" sz="1600" b="1" dirty="0" err="1">
                <a:latin typeface="Bradley Hand ITC" panose="03070402050302030203" pitchFamily="66" charset="0"/>
              </a:rPr>
              <a:t>es_mayor_de_edad</a:t>
            </a:r>
            <a:r>
              <a:rPr lang="es-ES" sz="1600" b="1" dirty="0">
                <a:latin typeface="Bradley Hand ITC" panose="03070402050302030203" pitchFamily="66" charset="0"/>
              </a:rPr>
              <a:t>()</a:t>
            </a:r>
          </a:p>
          <a:p>
            <a:r>
              <a:rPr lang="es-ES" sz="1600" b="1" dirty="0">
                <a:latin typeface="Bradley Hand ITC" panose="03070402050302030203" pitchFamily="66" charset="0"/>
              </a:rPr>
              <a:t>Objetos: Persona ("María", 25)</a:t>
            </a:r>
          </a:p>
          <a:p>
            <a:r>
              <a:rPr lang="es-E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oadway" panose="04040905080B02020502" pitchFamily="82" charset="0"/>
              </a:rPr>
              <a:t>Ejemplo (7)</a:t>
            </a:r>
          </a:p>
          <a:p>
            <a:r>
              <a:rPr lang="es-ES" sz="1600" b="1" dirty="0">
                <a:latin typeface="Bradley Hand ITC" panose="03070402050302030203" pitchFamily="66" charset="0"/>
              </a:rPr>
              <a:t>Clase: Empleado</a:t>
            </a:r>
          </a:p>
          <a:p>
            <a:r>
              <a:rPr lang="es-ES" sz="1600" b="1" dirty="0">
                <a:latin typeface="Bradley Hand ITC" panose="03070402050302030203" pitchFamily="66" charset="0"/>
              </a:rPr>
              <a:t>Atributo: Nombre, Cargo, Salario</a:t>
            </a:r>
          </a:p>
          <a:p>
            <a:r>
              <a:rPr lang="es-ES" sz="1600" b="1" dirty="0">
                <a:latin typeface="Bradley Hand ITC" panose="03070402050302030203" pitchFamily="66" charset="0"/>
              </a:rPr>
              <a:t>Acción: </a:t>
            </a:r>
            <a:r>
              <a:rPr lang="es-ES" sz="1600" b="1" dirty="0" err="1">
                <a:latin typeface="Bradley Hand ITC" panose="03070402050302030203" pitchFamily="66" charset="0"/>
              </a:rPr>
              <a:t>AplicarAumentoGerente</a:t>
            </a:r>
            <a:r>
              <a:rPr lang="es-ES" sz="1600" b="1" dirty="0">
                <a:latin typeface="Bradley Hand ITC" panose="03070402050302030203" pitchFamily="66" charset="0"/>
              </a:rPr>
              <a:t>: 10%Supervisor: 7%Operario: 5%</a:t>
            </a:r>
          </a:p>
          <a:p>
            <a:r>
              <a:rPr lang="es-ES" sz="1600" b="1" dirty="0">
                <a:latin typeface="Bradley Hand ITC" panose="03070402050302030203" pitchFamily="66" charset="0"/>
              </a:rPr>
              <a:t>Objeto: Empleado = Empleado ("Carlos", "Gerente", 2000)</a:t>
            </a:r>
            <a:endParaRPr lang="es-PE" sz="1600" b="1" dirty="0">
              <a:latin typeface="Bradley Hand ITC" panose="03070402050302030203" pitchFamily="66" charset="0"/>
            </a:endParaRPr>
          </a:p>
        </p:txBody>
      </p:sp>
      <p:pic>
        <p:nvPicPr>
          <p:cNvPr id="67" name="Imagen 66">
            <a:extLst>
              <a:ext uri="{FF2B5EF4-FFF2-40B4-BE49-F238E27FC236}">
                <a16:creationId xmlns:a16="http://schemas.microsoft.com/office/drawing/2014/main" id="{E2A4B733-44BA-CDB6-49C9-2FCDBB5C00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085" b="93254" l="8889" r="94667">
                        <a14:foregroundMark x1="8889" y1="22354" x2="51111" y2="64153"/>
                        <a14:foregroundMark x1="28111" y1="75661" x2="53333" y2="82540"/>
                        <a14:foregroundMark x1="52000" y1="88889" x2="42000" y2="90608"/>
                        <a14:foregroundMark x1="42000" y1="90608" x2="27667" y2="78836"/>
                        <a14:foregroundMark x1="27667" y1="78836" x2="50000" y2="73942"/>
                        <a14:foregroundMark x1="50000" y1="73942" x2="56778" y2="76720"/>
                        <a14:foregroundMark x1="50889" y1="66005" x2="72000" y2="50265"/>
                        <a14:foregroundMark x1="72000" y1="50265" x2="74444" y2="20503"/>
                        <a14:foregroundMark x1="74444" y1="20503" x2="72444" y2="11243"/>
                        <a14:foregroundMark x1="59778" y1="10847" x2="32444" y2="8862"/>
                        <a14:foregroundMark x1="32444" y1="8862" x2="30556" y2="24471"/>
                        <a14:foregroundMark x1="14556" y1="29894" x2="33556" y2="26323"/>
                        <a14:foregroundMark x1="33556" y1="26323" x2="33889" y2="26190"/>
                        <a14:foregroundMark x1="17111" y1="25926" x2="27444" y2="30952"/>
                        <a14:foregroundMark x1="9556" y1="33466" x2="15333" y2="42196"/>
                        <a14:foregroundMark x1="36889" y1="52381" x2="43000" y2="55556"/>
                        <a14:foregroundMark x1="43000" y1="55556" x2="71556" y2="55026"/>
                        <a14:foregroundMark x1="71556" y1="55026" x2="78000" y2="57275"/>
                        <a14:foregroundMark x1="78000" y1="57275" x2="80000" y2="37434"/>
                        <a14:foregroundMark x1="80000" y1="37434" x2="76889" y2="18122"/>
                        <a14:foregroundMark x1="76889" y1="18122" x2="70667" y2="9392"/>
                        <a14:foregroundMark x1="70667" y1="9392" x2="43889" y2="7275"/>
                        <a14:foregroundMark x1="43889" y1="7275" x2="43889" y2="7275"/>
                        <a14:foregroundMark x1="75444" y1="10847" x2="80889" y2="25926"/>
                        <a14:foregroundMark x1="80889" y1="25926" x2="81222" y2="28439"/>
                        <a14:foregroundMark x1="26556" y1="53704" x2="49778" y2="54894"/>
                        <a14:foregroundMark x1="37889" y1="25265" x2="58778" y2="26323"/>
                        <a14:foregroundMark x1="32444" y1="25926" x2="42444" y2="6085"/>
                        <a14:foregroundMark x1="42444" y1="6085" x2="43222" y2="6614"/>
                        <a14:foregroundMark x1="38889" y1="10582" x2="62222" y2="12698"/>
                        <a14:foregroundMark x1="62222" y1="12698" x2="68111" y2="12169"/>
                        <a14:foregroundMark x1="66889" y1="15873" x2="68667" y2="39683"/>
                        <a14:foregroundMark x1="44556" y1="53439" x2="62889" y2="53836"/>
                        <a14:foregroundMark x1="62889" y1="53836" x2="63333" y2="53836"/>
                        <a14:foregroundMark x1="68111" y1="42725" x2="68222" y2="54894"/>
                        <a14:foregroundMark x1="68222" y1="40476" x2="69111" y2="47354"/>
                        <a14:foregroundMark x1="35444" y1="24074" x2="56111" y2="29894"/>
                        <a14:foregroundMark x1="32444" y1="29101" x2="55778" y2="20635"/>
                        <a14:foregroundMark x1="39778" y1="20767" x2="58556" y2="28439"/>
                        <a14:foregroundMark x1="26556" y1="77249" x2="58556" y2="73545"/>
                        <a14:foregroundMark x1="58556" y1="73545" x2="66000" y2="76852"/>
                        <a14:foregroundMark x1="66000" y1="76852" x2="65333" y2="85714"/>
                        <a14:foregroundMark x1="65333" y1="85714" x2="60111" y2="92857"/>
                        <a14:foregroundMark x1="60111" y1="92857" x2="59222" y2="93386"/>
                        <a14:foregroundMark x1="22222" y1="73545" x2="28889" y2="64550"/>
                        <a14:foregroundMark x1="28889" y1="64550" x2="36333" y2="63889"/>
                        <a14:foregroundMark x1="36333" y1="63889" x2="47333" y2="65079"/>
                        <a14:foregroundMark x1="44778" y1="67989" x2="60556" y2="73677"/>
                        <a14:foregroundMark x1="29778" y1="68519" x2="44667" y2="75265"/>
                        <a14:foregroundMark x1="58000" y1="81614" x2="59556" y2="69180"/>
                        <a14:foregroundMark x1="64556" y1="63757" x2="87000" y2="74868"/>
                        <a14:foregroundMark x1="87000" y1="74868" x2="85889" y2="77910"/>
                        <a14:foregroundMark x1="75222" y1="58466" x2="82556" y2="63228"/>
                        <a14:foregroundMark x1="82556" y1="63228" x2="91222" y2="59656"/>
                        <a14:foregroundMark x1="91222" y1="59656" x2="93111" y2="33862"/>
                        <a14:foregroundMark x1="93333" y1="23545" x2="94667" y2="3029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45596" y="2374204"/>
            <a:ext cx="2179277" cy="183059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2" name="CuadroTexto 71">
            <a:extLst>
              <a:ext uri="{FF2B5EF4-FFF2-40B4-BE49-F238E27FC236}">
                <a16:creationId xmlns:a16="http://schemas.microsoft.com/office/drawing/2014/main" id="{BCBEF198-4B70-1971-8251-397F97447F8D}"/>
              </a:ext>
            </a:extLst>
          </p:cNvPr>
          <p:cNvSpPr txBox="1"/>
          <p:nvPr/>
        </p:nvSpPr>
        <p:spPr>
          <a:xfrm>
            <a:off x="6507245" y="566029"/>
            <a:ext cx="5335646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oadway" panose="04040905080B02020502" pitchFamily="82" charset="0"/>
              </a:rPr>
              <a:t>Estructura Repetitiva</a:t>
            </a:r>
          </a:p>
          <a:p>
            <a:pPr algn="just"/>
            <a:r>
              <a:rPr lang="es-ES" sz="1600" b="1" dirty="0">
                <a:latin typeface="Bradley Hand ITC" panose="03070402050302030203" pitchFamily="66" charset="0"/>
              </a:rPr>
              <a:t>En Python, las estructuras repetitivas (también llamadas bucle o </a:t>
            </a:r>
            <a:r>
              <a:rPr lang="es-ES" sz="1600" b="1" dirty="0" err="1">
                <a:latin typeface="Bradley Hand ITC" panose="03070402050302030203" pitchFamily="66" charset="0"/>
              </a:rPr>
              <a:t>loops</a:t>
            </a:r>
            <a:r>
              <a:rPr lang="es-ES" sz="1600" b="1" dirty="0">
                <a:latin typeface="Bradley Hand ITC" panose="03070402050302030203" pitchFamily="66" charset="0"/>
              </a:rPr>
              <a:t>) son instrucciones que permiten ejecutar un bloque de código varias veces, dependiendo de una condición o una secuencia de elementos. Los tipos de estructuras repetitivas en Python son:</a:t>
            </a:r>
          </a:p>
          <a:p>
            <a:pPr algn="just"/>
            <a:r>
              <a:rPr lang="es-ES" sz="1400" b="1" dirty="0">
                <a:solidFill>
                  <a:srgbClr val="C00000"/>
                </a:solidFill>
                <a:latin typeface="Bradley Hand ITC" panose="03070402050302030203" pitchFamily="66" charset="0"/>
              </a:rPr>
              <a:t>1.- </a:t>
            </a:r>
            <a:r>
              <a:rPr lang="es-ES" sz="1400" b="1" dirty="0" err="1">
                <a:solidFill>
                  <a:srgbClr val="C00000"/>
                </a:solidFill>
                <a:latin typeface="Bradley Hand ITC" panose="03070402050302030203" pitchFamily="66" charset="0"/>
              </a:rPr>
              <a:t>While</a:t>
            </a:r>
            <a:r>
              <a:rPr lang="es-ES" sz="1400" b="1" dirty="0">
                <a:solidFill>
                  <a:srgbClr val="C00000"/>
                </a:solidFill>
                <a:latin typeface="Bradley Hand ITC" panose="03070402050302030203" pitchFamily="66" charset="0"/>
              </a:rPr>
              <a:t> (mientras):</a:t>
            </a:r>
            <a:r>
              <a:rPr lang="es-ES" sz="1400" b="1" dirty="0">
                <a:latin typeface="Bradley Hand ITC" panose="03070402050302030203" pitchFamily="66" charset="0"/>
              </a:rPr>
              <a:t>Ejecuta un bloque de código mientras una condición sea verdadera</a:t>
            </a:r>
          </a:p>
          <a:p>
            <a:pPr algn="just"/>
            <a:endParaRPr lang="es-ES" sz="1400" b="1" dirty="0">
              <a:latin typeface="Bradley Hand ITC" panose="03070402050302030203" pitchFamily="66" charset="0"/>
            </a:endParaRPr>
          </a:p>
          <a:p>
            <a:pPr algn="just"/>
            <a:endParaRPr lang="es-ES" sz="1400" b="1" dirty="0">
              <a:latin typeface="Bradley Hand ITC" panose="03070402050302030203" pitchFamily="66" charset="0"/>
            </a:endParaRPr>
          </a:p>
          <a:p>
            <a:pPr algn="just"/>
            <a:endParaRPr lang="es-ES" sz="1400" b="1" dirty="0">
              <a:latin typeface="Bradley Hand ITC" panose="03070402050302030203" pitchFamily="66" charset="0"/>
            </a:endParaRPr>
          </a:p>
          <a:p>
            <a:pPr algn="just"/>
            <a:endParaRPr lang="es-ES" sz="1400" b="1" dirty="0">
              <a:latin typeface="Bradley Hand ITC" panose="03070402050302030203" pitchFamily="66" charset="0"/>
            </a:endParaRPr>
          </a:p>
          <a:p>
            <a:pPr algn="just"/>
            <a:r>
              <a:rPr lang="es-PE" sz="1400" b="1" dirty="0">
                <a:solidFill>
                  <a:srgbClr val="C00000"/>
                </a:solidFill>
                <a:latin typeface="Bradley Hand ITC" panose="03070402050302030203" pitchFamily="66" charset="0"/>
              </a:rPr>
              <a:t>2. </a:t>
            </a:r>
            <a:r>
              <a:rPr lang="es-PE" sz="1400" b="1" dirty="0" err="1">
                <a:solidFill>
                  <a:srgbClr val="C00000"/>
                </a:solidFill>
                <a:latin typeface="Bradley Hand ITC" panose="03070402050302030203" pitchFamily="66" charset="0"/>
              </a:rPr>
              <a:t>for</a:t>
            </a:r>
            <a:r>
              <a:rPr lang="es-PE" sz="1400" b="1" dirty="0">
                <a:solidFill>
                  <a:srgbClr val="C00000"/>
                </a:solidFill>
                <a:latin typeface="Bradley Hand ITC" panose="03070402050302030203" pitchFamily="66" charset="0"/>
              </a:rPr>
              <a:t> (para): </a:t>
            </a:r>
            <a:r>
              <a:rPr lang="es-PE" sz="1400" b="1" dirty="0">
                <a:latin typeface="Bradley Hand ITC" panose="03070402050302030203" pitchFamily="66" charset="0"/>
              </a:rPr>
              <a:t>Se utiliza para iterar una secuencia (como una lista, tupla, </a:t>
            </a:r>
            <a:r>
              <a:rPr lang="es-PE" sz="1400" b="1" dirty="0" err="1">
                <a:latin typeface="Bradley Hand ITC" panose="03070402050302030203" pitchFamily="66" charset="0"/>
              </a:rPr>
              <a:t>string</a:t>
            </a:r>
            <a:r>
              <a:rPr lang="es-PE" sz="1400" b="1" dirty="0">
                <a:latin typeface="Bradley Hand ITC" panose="03070402050302030203" pitchFamily="66" charset="0"/>
              </a:rPr>
              <a:t>, o rango de números).</a:t>
            </a:r>
          </a:p>
          <a:p>
            <a:pPr algn="just"/>
            <a:endParaRPr lang="es-PE" sz="1400" b="1" dirty="0">
              <a:latin typeface="Bradley Hand ITC" panose="03070402050302030203" pitchFamily="66" charset="0"/>
            </a:endParaRPr>
          </a:p>
          <a:p>
            <a:pPr algn="just"/>
            <a:endParaRPr lang="es-PE" sz="1400" b="1" dirty="0">
              <a:latin typeface="Bradley Hand ITC" panose="03070402050302030203" pitchFamily="66" charset="0"/>
            </a:endParaRPr>
          </a:p>
          <a:p>
            <a:pPr algn="just"/>
            <a:endParaRPr lang="es-PE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roadway" panose="04040905080B02020502" pitchFamily="82" charset="0"/>
            </a:endParaRPr>
          </a:p>
          <a:p>
            <a:r>
              <a:rPr lang="es-PE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oadway" panose="04040905080B02020502" pitchFamily="82" charset="0"/>
              </a:rPr>
              <a:t>Ejemplo (8)</a:t>
            </a:r>
          </a:p>
          <a:p>
            <a:r>
              <a:rPr lang="es-PE" sz="1400" b="1" dirty="0">
                <a:latin typeface="Bradley Hand ITC" panose="03070402050302030203" pitchFamily="66" charset="0"/>
              </a:rPr>
              <a:t>Clase: Factorial </a:t>
            </a:r>
          </a:p>
          <a:p>
            <a:r>
              <a:rPr lang="es-PE" sz="1400" b="1" dirty="0">
                <a:latin typeface="Bradley Hand ITC" panose="03070402050302030203" pitchFamily="66" charset="0"/>
              </a:rPr>
              <a:t>Atributos: numero, resultado </a:t>
            </a:r>
          </a:p>
          <a:p>
            <a:r>
              <a:rPr lang="es-PE" sz="1400" b="1" dirty="0">
                <a:latin typeface="Bradley Hand ITC" panose="03070402050302030203" pitchFamily="66" charset="0"/>
              </a:rPr>
              <a:t>Acción: Calcular </a:t>
            </a:r>
          </a:p>
          <a:p>
            <a:r>
              <a:rPr lang="es-PE" sz="1400" b="1" dirty="0">
                <a:latin typeface="Bradley Hand ITC" panose="03070402050302030203" pitchFamily="66" charset="0"/>
              </a:rPr>
              <a:t>Objeto: </a:t>
            </a:r>
            <a:r>
              <a:rPr lang="es-PE" sz="1400" b="1" dirty="0" err="1">
                <a:latin typeface="Bradley Hand ITC" panose="03070402050302030203" pitchFamily="66" charset="0"/>
              </a:rPr>
              <a:t>miFactorial</a:t>
            </a:r>
            <a:r>
              <a:rPr lang="es-PE" sz="1400" b="1" dirty="0">
                <a:latin typeface="Bradley Hand ITC" panose="03070402050302030203" pitchFamily="66" charset="0"/>
              </a:rPr>
              <a:t> = Factorial(5)</a:t>
            </a:r>
          </a:p>
          <a:p>
            <a:pPr algn="just"/>
            <a:endParaRPr lang="es-PE" sz="1400" b="1" dirty="0">
              <a:latin typeface="Bradley Hand ITC" panose="03070402050302030203" pitchFamily="66" charset="0"/>
            </a:endParaRPr>
          </a:p>
          <a:p>
            <a:pPr algn="just"/>
            <a:r>
              <a:rPr lang="es-ES" sz="1400" b="1" dirty="0">
                <a:latin typeface="Bradley Hand ITC" panose="03070402050302030203" pitchFamily="66" charset="0"/>
              </a:rPr>
              <a:t>.</a:t>
            </a:r>
            <a:endParaRPr lang="es-PE" sz="1400" b="1" dirty="0">
              <a:latin typeface="Bradley Hand ITC" panose="03070402050302030203" pitchFamily="66" charset="0"/>
            </a:endParaRPr>
          </a:p>
        </p:txBody>
      </p:sp>
      <p:pic>
        <p:nvPicPr>
          <p:cNvPr id="74" name="Imagen 73">
            <a:extLst>
              <a:ext uri="{FF2B5EF4-FFF2-40B4-BE49-F238E27FC236}">
                <a16:creationId xmlns:a16="http://schemas.microsoft.com/office/drawing/2014/main" id="{4A6B4539-1093-B9D8-F44A-11A7A0D333F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42886"/>
          <a:stretch/>
        </p:blipFill>
        <p:spPr>
          <a:xfrm>
            <a:off x="8491273" y="2622971"/>
            <a:ext cx="1600423" cy="805248"/>
          </a:xfrm>
          <a:prstGeom prst="rect">
            <a:avLst/>
          </a:prstGeom>
        </p:spPr>
      </p:pic>
      <p:pic>
        <p:nvPicPr>
          <p:cNvPr id="76" name="Imagen 75">
            <a:extLst>
              <a:ext uri="{FF2B5EF4-FFF2-40B4-BE49-F238E27FC236}">
                <a16:creationId xmlns:a16="http://schemas.microsoft.com/office/drawing/2014/main" id="{D8A3ACF4-18AF-4BD7-6F84-A19FEA6E2D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4856" y="4086139"/>
            <a:ext cx="1600423" cy="58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66888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Imagen 58">
            <a:extLst>
              <a:ext uri="{FF2B5EF4-FFF2-40B4-BE49-F238E27FC236}">
                <a16:creationId xmlns:a16="http://schemas.microsoft.com/office/drawing/2014/main" id="{BDB9CE7C-2CEB-1D6B-319B-806D8169BF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3206" y="19437"/>
            <a:ext cx="6045264" cy="6936534"/>
          </a:xfrm>
          <a:prstGeom prst="rect">
            <a:avLst/>
          </a:prstGeom>
        </p:spPr>
      </p:pic>
      <p:pic>
        <p:nvPicPr>
          <p:cNvPr id="58" name="Imagen 57">
            <a:extLst>
              <a:ext uri="{FF2B5EF4-FFF2-40B4-BE49-F238E27FC236}">
                <a16:creationId xmlns:a16="http://schemas.microsoft.com/office/drawing/2014/main" id="{E5DC718F-DA41-F71D-00C8-834E3DB60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258" y="19437"/>
            <a:ext cx="6045264" cy="6936534"/>
          </a:xfrm>
          <a:prstGeom prst="rect">
            <a:avLst/>
          </a:prstGeom>
        </p:spPr>
      </p:pic>
      <p:grpSp>
        <p:nvGrpSpPr>
          <p:cNvPr id="2" name="Grupo 1">
            <a:extLst>
              <a:ext uri="{FF2B5EF4-FFF2-40B4-BE49-F238E27FC236}">
                <a16:creationId xmlns:a16="http://schemas.microsoft.com/office/drawing/2014/main" id="{5092580F-C9F3-7A31-CE06-9CDC828C12C2}"/>
              </a:ext>
            </a:extLst>
          </p:cNvPr>
          <p:cNvGrpSpPr/>
          <p:nvPr/>
        </p:nvGrpSpPr>
        <p:grpSpPr>
          <a:xfrm>
            <a:off x="5690023" y="559837"/>
            <a:ext cx="811954" cy="5975571"/>
            <a:chOff x="5629279" y="139959"/>
            <a:chExt cx="811954" cy="5975571"/>
          </a:xfrm>
        </p:grpSpPr>
        <p:grpSp>
          <p:nvGrpSpPr>
            <p:cNvPr id="3" name="Grupo 2">
              <a:extLst>
                <a:ext uri="{FF2B5EF4-FFF2-40B4-BE49-F238E27FC236}">
                  <a16:creationId xmlns:a16="http://schemas.microsoft.com/office/drawing/2014/main" id="{4B95AEA8-8337-CA57-B5D5-DDCAB173990E}"/>
                </a:ext>
              </a:extLst>
            </p:cNvPr>
            <p:cNvGrpSpPr/>
            <p:nvPr/>
          </p:nvGrpSpPr>
          <p:grpSpPr>
            <a:xfrm>
              <a:off x="5652018" y="139959"/>
              <a:ext cx="744892" cy="674136"/>
              <a:chOff x="5652018" y="139959"/>
              <a:chExt cx="744892" cy="674136"/>
            </a:xfrm>
          </p:grpSpPr>
          <p:grpSp>
            <p:nvGrpSpPr>
              <p:cNvPr id="54" name="Grupo 53">
                <a:extLst>
                  <a:ext uri="{FF2B5EF4-FFF2-40B4-BE49-F238E27FC236}">
                    <a16:creationId xmlns:a16="http://schemas.microsoft.com/office/drawing/2014/main" id="{93665047-BD38-E8C5-55FA-9AAD57815812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56" name="Elipse 55">
                  <a:extLst>
                    <a:ext uri="{FF2B5EF4-FFF2-40B4-BE49-F238E27FC236}">
                      <a16:creationId xmlns:a16="http://schemas.microsoft.com/office/drawing/2014/main" id="{62C91886-28E8-BC96-6B29-174AA9E63970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57" name="Elipse 56">
                  <a:extLst>
                    <a:ext uri="{FF2B5EF4-FFF2-40B4-BE49-F238E27FC236}">
                      <a16:creationId xmlns:a16="http://schemas.microsoft.com/office/drawing/2014/main" id="{4888716F-7004-D08A-A80F-21E3798D8A3D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55" name="Arco de bloque 54">
                <a:extLst>
                  <a:ext uri="{FF2B5EF4-FFF2-40B4-BE49-F238E27FC236}">
                    <a16:creationId xmlns:a16="http://schemas.microsoft.com/office/drawing/2014/main" id="{FB575EA3-04A9-FD3C-BC70-3DE69A49765A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" name="Grupo 3">
              <a:extLst>
                <a:ext uri="{FF2B5EF4-FFF2-40B4-BE49-F238E27FC236}">
                  <a16:creationId xmlns:a16="http://schemas.microsoft.com/office/drawing/2014/main" id="{C6718C26-251E-81D1-0E67-FFBB26BC2CFA}"/>
                </a:ext>
              </a:extLst>
            </p:cNvPr>
            <p:cNvGrpSpPr/>
            <p:nvPr/>
          </p:nvGrpSpPr>
          <p:grpSpPr>
            <a:xfrm>
              <a:off x="5674767" y="2358308"/>
              <a:ext cx="744892" cy="674136"/>
              <a:chOff x="5652018" y="139959"/>
              <a:chExt cx="744892" cy="674136"/>
            </a:xfrm>
          </p:grpSpPr>
          <p:grpSp>
            <p:nvGrpSpPr>
              <p:cNvPr id="50" name="Grupo 49">
                <a:extLst>
                  <a:ext uri="{FF2B5EF4-FFF2-40B4-BE49-F238E27FC236}">
                    <a16:creationId xmlns:a16="http://schemas.microsoft.com/office/drawing/2014/main" id="{E7BBE651-8EAD-8508-7716-9CBFC28ECEE6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52" name="Elipse 51">
                  <a:extLst>
                    <a:ext uri="{FF2B5EF4-FFF2-40B4-BE49-F238E27FC236}">
                      <a16:creationId xmlns:a16="http://schemas.microsoft.com/office/drawing/2014/main" id="{FCF6D69A-3B48-DCCD-3A93-1DCB16EADB4F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53" name="Elipse 52">
                  <a:extLst>
                    <a:ext uri="{FF2B5EF4-FFF2-40B4-BE49-F238E27FC236}">
                      <a16:creationId xmlns:a16="http://schemas.microsoft.com/office/drawing/2014/main" id="{10002A2D-2DF6-5BEA-A3F5-154009179BB1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51" name="Arco de bloque 50">
                <a:extLst>
                  <a:ext uri="{FF2B5EF4-FFF2-40B4-BE49-F238E27FC236}">
                    <a16:creationId xmlns:a16="http://schemas.microsoft.com/office/drawing/2014/main" id="{D8A32F20-042B-F576-8122-156FF5B60DC7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" name="Grupo 4">
              <a:extLst>
                <a:ext uri="{FF2B5EF4-FFF2-40B4-BE49-F238E27FC236}">
                  <a16:creationId xmlns:a16="http://schemas.microsoft.com/office/drawing/2014/main" id="{6C6C5A30-1B92-ED63-D49F-6B6905A94EBC}"/>
                </a:ext>
              </a:extLst>
            </p:cNvPr>
            <p:cNvGrpSpPr/>
            <p:nvPr/>
          </p:nvGrpSpPr>
          <p:grpSpPr>
            <a:xfrm>
              <a:off x="5650853" y="1167491"/>
              <a:ext cx="744892" cy="674136"/>
              <a:chOff x="5652018" y="139959"/>
              <a:chExt cx="744892" cy="674136"/>
            </a:xfrm>
          </p:grpSpPr>
          <p:grpSp>
            <p:nvGrpSpPr>
              <p:cNvPr id="46" name="Grupo 45">
                <a:extLst>
                  <a:ext uri="{FF2B5EF4-FFF2-40B4-BE49-F238E27FC236}">
                    <a16:creationId xmlns:a16="http://schemas.microsoft.com/office/drawing/2014/main" id="{C3F6F9F4-18B8-BE2D-1C87-D43463341784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48" name="Elipse 47">
                  <a:extLst>
                    <a:ext uri="{FF2B5EF4-FFF2-40B4-BE49-F238E27FC236}">
                      <a16:creationId xmlns:a16="http://schemas.microsoft.com/office/drawing/2014/main" id="{E5F010A5-0791-6064-8A44-D0A50EA953F2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49" name="Elipse 48">
                  <a:extLst>
                    <a:ext uri="{FF2B5EF4-FFF2-40B4-BE49-F238E27FC236}">
                      <a16:creationId xmlns:a16="http://schemas.microsoft.com/office/drawing/2014/main" id="{067D677F-1BC1-748A-E36A-57E2C182A679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47" name="Arco de bloque 46">
                <a:extLst>
                  <a:ext uri="{FF2B5EF4-FFF2-40B4-BE49-F238E27FC236}">
                    <a16:creationId xmlns:a16="http://schemas.microsoft.com/office/drawing/2014/main" id="{3921AFD5-BAB6-062C-4509-E22C990EDF86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DE198F09-0906-0654-5602-D4EDEE1E77DA}"/>
                </a:ext>
              </a:extLst>
            </p:cNvPr>
            <p:cNvGrpSpPr/>
            <p:nvPr/>
          </p:nvGrpSpPr>
          <p:grpSpPr>
            <a:xfrm>
              <a:off x="5629279" y="1726160"/>
              <a:ext cx="744892" cy="674136"/>
              <a:chOff x="5652018" y="139959"/>
              <a:chExt cx="744892" cy="674136"/>
            </a:xfrm>
          </p:grpSpPr>
          <p:grpSp>
            <p:nvGrpSpPr>
              <p:cNvPr id="42" name="Grupo 41">
                <a:extLst>
                  <a:ext uri="{FF2B5EF4-FFF2-40B4-BE49-F238E27FC236}">
                    <a16:creationId xmlns:a16="http://schemas.microsoft.com/office/drawing/2014/main" id="{0EE06140-DD3F-87F9-1DCA-DDEBC6C78AA3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44" name="Elipse 43">
                  <a:extLst>
                    <a:ext uri="{FF2B5EF4-FFF2-40B4-BE49-F238E27FC236}">
                      <a16:creationId xmlns:a16="http://schemas.microsoft.com/office/drawing/2014/main" id="{DAE66BA5-A8A8-CA02-9E33-BD93B4FD068C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45" name="Elipse 44">
                  <a:extLst>
                    <a:ext uri="{FF2B5EF4-FFF2-40B4-BE49-F238E27FC236}">
                      <a16:creationId xmlns:a16="http://schemas.microsoft.com/office/drawing/2014/main" id="{609272F6-F6CC-8863-A398-582BF5469F06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43" name="Arco de bloque 42">
                <a:extLst>
                  <a:ext uri="{FF2B5EF4-FFF2-40B4-BE49-F238E27FC236}">
                    <a16:creationId xmlns:a16="http://schemas.microsoft.com/office/drawing/2014/main" id="{C2C51091-091C-C848-6B89-C871F768895B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7" name="Grupo 6">
              <a:extLst>
                <a:ext uri="{FF2B5EF4-FFF2-40B4-BE49-F238E27FC236}">
                  <a16:creationId xmlns:a16="http://schemas.microsoft.com/office/drawing/2014/main" id="{CCE47B9F-8092-F9CC-0FE6-3562BDED6FBC}"/>
                </a:ext>
              </a:extLst>
            </p:cNvPr>
            <p:cNvGrpSpPr/>
            <p:nvPr/>
          </p:nvGrpSpPr>
          <p:grpSpPr>
            <a:xfrm>
              <a:off x="5653963" y="658000"/>
              <a:ext cx="744892" cy="674136"/>
              <a:chOff x="5652018" y="139959"/>
              <a:chExt cx="744892" cy="674136"/>
            </a:xfrm>
          </p:grpSpPr>
          <p:grpSp>
            <p:nvGrpSpPr>
              <p:cNvPr id="38" name="Grupo 37">
                <a:extLst>
                  <a:ext uri="{FF2B5EF4-FFF2-40B4-BE49-F238E27FC236}">
                    <a16:creationId xmlns:a16="http://schemas.microsoft.com/office/drawing/2014/main" id="{3A8DA23F-66EA-0E3E-861F-2175966FBF12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40" name="Elipse 39">
                  <a:extLst>
                    <a:ext uri="{FF2B5EF4-FFF2-40B4-BE49-F238E27FC236}">
                      <a16:creationId xmlns:a16="http://schemas.microsoft.com/office/drawing/2014/main" id="{EEB902FB-D9D9-66EE-966B-127A549257A5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41" name="Elipse 40">
                  <a:extLst>
                    <a:ext uri="{FF2B5EF4-FFF2-40B4-BE49-F238E27FC236}">
                      <a16:creationId xmlns:a16="http://schemas.microsoft.com/office/drawing/2014/main" id="{CC290B7E-FF9B-0BBC-5068-5FF620690D44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39" name="Arco de bloque 38">
                <a:extLst>
                  <a:ext uri="{FF2B5EF4-FFF2-40B4-BE49-F238E27FC236}">
                    <a16:creationId xmlns:a16="http://schemas.microsoft.com/office/drawing/2014/main" id="{67B139A8-0A57-975A-00DB-63E9BC6303E6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8" name="Grupo 7">
              <a:extLst>
                <a:ext uri="{FF2B5EF4-FFF2-40B4-BE49-F238E27FC236}">
                  <a16:creationId xmlns:a16="http://schemas.microsoft.com/office/drawing/2014/main" id="{F96D3788-AE33-E16F-787C-2299051F065E}"/>
                </a:ext>
              </a:extLst>
            </p:cNvPr>
            <p:cNvGrpSpPr/>
            <p:nvPr/>
          </p:nvGrpSpPr>
          <p:grpSpPr>
            <a:xfrm>
              <a:off x="5652799" y="608822"/>
              <a:ext cx="744892" cy="674136"/>
              <a:chOff x="5652018" y="139959"/>
              <a:chExt cx="744892" cy="674136"/>
            </a:xfrm>
          </p:grpSpPr>
          <p:grpSp>
            <p:nvGrpSpPr>
              <p:cNvPr id="34" name="Grupo 33">
                <a:extLst>
                  <a:ext uri="{FF2B5EF4-FFF2-40B4-BE49-F238E27FC236}">
                    <a16:creationId xmlns:a16="http://schemas.microsoft.com/office/drawing/2014/main" id="{02B2F13B-384D-61C9-55A9-AB3A5F78481E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36" name="Elipse 35">
                  <a:extLst>
                    <a:ext uri="{FF2B5EF4-FFF2-40B4-BE49-F238E27FC236}">
                      <a16:creationId xmlns:a16="http://schemas.microsoft.com/office/drawing/2014/main" id="{0E53C8FC-1BC4-CC29-9A54-FCB5A500C2F9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37" name="Elipse 36">
                  <a:extLst>
                    <a:ext uri="{FF2B5EF4-FFF2-40B4-BE49-F238E27FC236}">
                      <a16:creationId xmlns:a16="http://schemas.microsoft.com/office/drawing/2014/main" id="{FA27FEC3-1C12-B756-AADD-96A764513C35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35" name="Arco de bloque 34">
                <a:extLst>
                  <a:ext uri="{FF2B5EF4-FFF2-40B4-BE49-F238E27FC236}">
                    <a16:creationId xmlns:a16="http://schemas.microsoft.com/office/drawing/2014/main" id="{763EFA9A-04D5-BB58-140D-46BECEF6A3DC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9BF74C04-7A15-F091-E9AE-BDEC589E38E3}"/>
                </a:ext>
              </a:extLst>
            </p:cNvPr>
            <p:cNvGrpSpPr/>
            <p:nvPr/>
          </p:nvGrpSpPr>
          <p:grpSpPr>
            <a:xfrm>
              <a:off x="5656494" y="2956438"/>
              <a:ext cx="744892" cy="674136"/>
              <a:chOff x="5652018" y="139959"/>
              <a:chExt cx="744892" cy="674136"/>
            </a:xfrm>
          </p:grpSpPr>
          <p:grpSp>
            <p:nvGrpSpPr>
              <p:cNvPr id="30" name="Grupo 29">
                <a:extLst>
                  <a:ext uri="{FF2B5EF4-FFF2-40B4-BE49-F238E27FC236}">
                    <a16:creationId xmlns:a16="http://schemas.microsoft.com/office/drawing/2014/main" id="{92000BFD-905B-982E-5361-984A12D0B399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32" name="Elipse 31">
                  <a:extLst>
                    <a:ext uri="{FF2B5EF4-FFF2-40B4-BE49-F238E27FC236}">
                      <a16:creationId xmlns:a16="http://schemas.microsoft.com/office/drawing/2014/main" id="{99A34AC8-28A1-CD81-F561-FF20E0A00837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33" name="Elipse 32">
                  <a:extLst>
                    <a:ext uri="{FF2B5EF4-FFF2-40B4-BE49-F238E27FC236}">
                      <a16:creationId xmlns:a16="http://schemas.microsoft.com/office/drawing/2014/main" id="{8FD7C52E-9D83-95EE-AC02-B1D931867B46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31" name="Arco de bloque 30">
                <a:extLst>
                  <a:ext uri="{FF2B5EF4-FFF2-40B4-BE49-F238E27FC236}">
                    <a16:creationId xmlns:a16="http://schemas.microsoft.com/office/drawing/2014/main" id="{DDD36446-24AD-7DF1-A251-0491F40189DB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F393EBBA-CC0B-46B0-BE7B-71EE9867BA7F}"/>
                </a:ext>
              </a:extLst>
            </p:cNvPr>
            <p:cNvGrpSpPr/>
            <p:nvPr/>
          </p:nvGrpSpPr>
          <p:grpSpPr>
            <a:xfrm>
              <a:off x="5653193" y="3582761"/>
              <a:ext cx="744892" cy="674136"/>
              <a:chOff x="5652018" y="139959"/>
              <a:chExt cx="744892" cy="674136"/>
            </a:xfrm>
          </p:grpSpPr>
          <p:grpSp>
            <p:nvGrpSpPr>
              <p:cNvPr id="26" name="Grupo 25">
                <a:extLst>
                  <a:ext uri="{FF2B5EF4-FFF2-40B4-BE49-F238E27FC236}">
                    <a16:creationId xmlns:a16="http://schemas.microsoft.com/office/drawing/2014/main" id="{536BA60D-C87F-ACAA-D77B-11CEC101B285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28" name="Elipse 27">
                  <a:extLst>
                    <a:ext uri="{FF2B5EF4-FFF2-40B4-BE49-F238E27FC236}">
                      <a16:creationId xmlns:a16="http://schemas.microsoft.com/office/drawing/2014/main" id="{A4FB864F-3111-8358-27CE-9116453E54D1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29" name="Elipse 28">
                  <a:extLst>
                    <a:ext uri="{FF2B5EF4-FFF2-40B4-BE49-F238E27FC236}">
                      <a16:creationId xmlns:a16="http://schemas.microsoft.com/office/drawing/2014/main" id="{6F51D2D5-62CD-0EF4-5BBD-E37950C7A8FA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27" name="Arco de bloque 26">
                <a:extLst>
                  <a:ext uri="{FF2B5EF4-FFF2-40B4-BE49-F238E27FC236}">
                    <a16:creationId xmlns:a16="http://schemas.microsoft.com/office/drawing/2014/main" id="{823688EC-1CBE-47E8-4F9F-9E98433D48B4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1" name="Grupo 10">
              <a:extLst>
                <a:ext uri="{FF2B5EF4-FFF2-40B4-BE49-F238E27FC236}">
                  <a16:creationId xmlns:a16="http://schemas.microsoft.com/office/drawing/2014/main" id="{DBBE44D8-577C-B8C7-32B8-E5F1570B06B5}"/>
                </a:ext>
              </a:extLst>
            </p:cNvPr>
            <p:cNvGrpSpPr/>
            <p:nvPr/>
          </p:nvGrpSpPr>
          <p:grpSpPr>
            <a:xfrm>
              <a:off x="5670491" y="4210234"/>
              <a:ext cx="744892" cy="674136"/>
              <a:chOff x="5652018" y="139959"/>
              <a:chExt cx="744892" cy="674136"/>
            </a:xfrm>
          </p:grpSpPr>
          <p:grpSp>
            <p:nvGrpSpPr>
              <p:cNvPr id="22" name="Grupo 21">
                <a:extLst>
                  <a:ext uri="{FF2B5EF4-FFF2-40B4-BE49-F238E27FC236}">
                    <a16:creationId xmlns:a16="http://schemas.microsoft.com/office/drawing/2014/main" id="{E5C7B4F9-0A61-8A22-ABB3-E3DBC61102F8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24" name="Elipse 23">
                  <a:extLst>
                    <a:ext uri="{FF2B5EF4-FFF2-40B4-BE49-F238E27FC236}">
                      <a16:creationId xmlns:a16="http://schemas.microsoft.com/office/drawing/2014/main" id="{118EF317-9AF1-E40C-2017-DA0C0F273CA7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25" name="Elipse 24">
                  <a:extLst>
                    <a:ext uri="{FF2B5EF4-FFF2-40B4-BE49-F238E27FC236}">
                      <a16:creationId xmlns:a16="http://schemas.microsoft.com/office/drawing/2014/main" id="{DEC601EC-9374-7553-77DD-871FBB222082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23" name="Arco de bloque 22">
                <a:extLst>
                  <a:ext uri="{FF2B5EF4-FFF2-40B4-BE49-F238E27FC236}">
                    <a16:creationId xmlns:a16="http://schemas.microsoft.com/office/drawing/2014/main" id="{D38B6D82-836A-BFBF-E200-52864F0F65A1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2" name="Grupo 11">
              <a:extLst>
                <a:ext uri="{FF2B5EF4-FFF2-40B4-BE49-F238E27FC236}">
                  <a16:creationId xmlns:a16="http://schemas.microsoft.com/office/drawing/2014/main" id="{8544EF75-2AD0-6BBE-B757-9176142E805D}"/>
                </a:ext>
              </a:extLst>
            </p:cNvPr>
            <p:cNvGrpSpPr/>
            <p:nvPr/>
          </p:nvGrpSpPr>
          <p:grpSpPr>
            <a:xfrm>
              <a:off x="5696341" y="4830379"/>
              <a:ext cx="744892" cy="674136"/>
              <a:chOff x="5652018" y="139959"/>
              <a:chExt cx="744892" cy="674136"/>
            </a:xfrm>
          </p:grpSpPr>
          <p:grpSp>
            <p:nvGrpSpPr>
              <p:cNvPr id="18" name="Grupo 17">
                <a:extLst>
                  <a:ext uri="{FF2B5EF4-FFF2-40B4-BE49-F238E27FC236}">
                    <a16:creationId xmlns:a16="http://schemas.microsoft.com/office/drawing/2014/main" id="{4E0B4CC2-FD8B-D910-4EF0-76149FF7AC71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20" name="Elipse 19">
                  <a:extLst>
                    <a:ext uri="{FF2B5EF4-FFF2-40B4-BE49-F238E27FC236}">
                      <a16:creationId xmlns:a16="http://schemas.microsoft.com/office/drawing/2014/main" id="{5F6B5917-4507-3554-C23E-873F176F86AC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21" name="Elipse 20">
                  <a:extLst>
                    <a:ext uri="{FF2B5EF4-FFF2-40B4-BE49-F238E27FC236}">
                      <a16:creationId xmlns:a16="http://schemas.microsoft.com/office/drawing/2014/main" id="{97F5C3EE-C8ED-AA3F-B7A2-F660796DD127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19" name="Arco de bloque 18">
                <a:extLst>
                  <a:ext uri="{FF2B5EF4-FFF2-40B4-BE49-F238E27FC236}">
                    <a16:creationId xmlns:a16="http://schemas.microsoft.com/office/drawing/2014/main" id="{C012EF9A-B12F-3197-D367-4048E0DEDD95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3" name="Grupo 12">
              <a:extLst>
                <a:ext uri="{FF2B5EF4-FFF2-40B4-BE49-F238E27FC236}">
                  <a16:creationId xmlns:a16="http://schemas.microsoft.com/office/drawing/2014/main" id="{72BB96AE-16D6-DE07-7A23-EE5D4533CCCF}"/>
                </a:ext>
              </a:extLst>
            </p:cNvPr>
            <p:cNvGrpSpPr/>
            <p:nvPr/>
          </p:nvGrpSpPr>
          <p:grpSpPr>
            <a:xfrm>
              <a:off x="5687398" y="5441394"/>
              <a:ext cx="744892" cy="674136"/>
              <a:chOff x="5652018" y="139959"/>
              <a:chExt cx="744892" cy="674136"/>
            </a:xfrm>
          </p:grpSpPr>
          <p:grpSp>
            <p:nvGrpSpPr>
              <p:cNvPr id="14" name="Grupo 13">
                <a:extLst>
                  <a:ext uri="{FF2B5EF4-FFF2-40B4-BE49-F238E27FC236}">
                    <a16:creationId xmlns:a16="http://schemas.microsoft.com/office/drawing/2014/main" id="{0857CC6D-49B5-D241-2D9E-4791AD215890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16" name="Elipse 15">
                  <a:extLst>
                    <a:ext uri="{FF2B5EF4-FFF2-40B4-BE49-F238E27FC236}">
                      <a16:creationId xmlns:a16="http://schemas.microsoft.com/office/drawing/2014/main" id="{4094A46C-3019-95E3-154B-CAB4C092DEFB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17" name="Elipse 16">
                  <a:extLst>
                    <a:ext uri="{FF2B5EF4-FFF2-40B4-BE49-F238E27FC236}">
                      <a16:creationId xmlns:a16="http://schemas.microsoft.com/office/drawing/2014/main" id="{9D552700-E0D7-2708-B7C7-0210ED9D029D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15" name="Arco de bloque 14">
                <a:extLst>
                  <a:ext uri="{FF2B5EF4-FFF2-40B4-BE49-F238E27FC236}">
                    <a16:creationId xmlns:a16="http://schemas.microsoft.com/office/drawing/2014/main" id="{C0CC579D-B38E-18D3-1285-A53A010466A2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60" name="CuadroTexto 59">
            <a:extLst>
              <a:ext uri="{FF2B5EF4-FFF2-40B4-BE49-F238E27FC236}">
                <a16:creationId xmlns:a16="http://schemas.microsoft.com/office/drawing/2014/main" id="{2E1DCB5C-26C5-7DF9-BFA4-CF8B0E8474C2}"/>
              </a:ext>
            </a:extLst>
          </p:cNvPr>
          <p:cNvSpPr txBox="1"/>
          <p:nvPr/>
        </p:nvSpPr>
        <p:spPr>
          <a:xfrm>
            <a:off x="204886" y="846753"/>
            <a:ext cx="5320880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oadway" panose="04040905080B02020502" pitchFamily="82" charset="0"/>
              </a:rPr>
              <a:t>2- Ejemplo: </a:t>
            </a:r>
            <a:r>
              <a:rPr lang="es-ES" sz="1600" b="1" dirty="0">
                <a:latin typeface="Bradley Hand ITC" panose="03070402050302030203" pitchFamily="66" charset="0"/>
              </a:rPr>
              <a:t>Serie de Fibonacci 0, 1, 1, 2, 3, 5, 8, 13 </a:t>
            </a:r>
          </a:p>
          <a:p>
            <a:r>
              <a:rPr lang="es-ES" sz="1600" b="1" dirty="0">
                <a:latin typeface="Bradley Hand ITC" panose="03070402050302030203" pitchFamily="66" charset="0"/>
              </a:rPr>
              <a:t>10 primeros números de la serie</a:t>
            </a:r>
          </a:p>
          <a:p>
            <a:r>
              <a:rPr lang="es-ES" sz="1600" b="1" dirty="0">
                <a:latin typeface="Bradley Hand ITC" panose="03070402050302030203" pitchFamily="66" charset="0"/>
              </a:rPr>
              <a:t>Clase: Fibonacci </a:t>
            </a:r>
          </a:p>
          <a:p>
            <a:r>
              <a:rPr lang="es-ES" sz="1600" b="1" dirty="0">
                <a:latin typeface="Bradley Hand ITC" panose="03070402050302030203" pitchFamily="66" charset="0"/>
              </a:rPr>
              <a:t>Atributo: Numero, Serie </a:t>
            </a:r>
          </a:p>
          <a:p>
            <a:r>
              <a:rPr lang="es-ES" sz="1600" b="1" dirty="0">
                <a:latin typeface="Bradley Hand ITC" panose="03070402050302030203" pitchFamily="66" charset="0"/>
              </a:rPr>
              <a:t>Acción: </a:t>
            </a:r>
            <a:r>
              <a:rPr lang="es-ES" sz="1600" b="1" dirty="0" err="1">
                <a:latin typeface="Bradley Hand ITC" panose="03070402050302030203" pitchFamily="66" charset="0"/>
              </a:rPr>
              <a:t>generar_serie</a:t>
            </a:r>
            <a:r>
              <a:rPr lang="es-ES" sz="1600" b="1" dirty="0">
                <a:latin typeface="Bradley Hand ITC" panose="03070402050302030203" pitchFamily="66" charset="0"/>
              </a:rPr>
              <a:t> </a:t>
            </a:r>
          </a:p>
          <a:p>
            <a:r>
              <a:rPr lang="es-ES" sz="1600" b="1" dirty="0">
                <a:latin typeface="Bradley Hand ITC" panose="03070402050302030203" pitchFamily="66" charset="0"/>
              </a:rPr>
              <a:t>Objeto: </a:t>
            </a:r>
            <a:r>
              <a:rPr lang="es-ES" sz="1600" b="1" dirty="0" err="1">
                <a:latin typeface="Bradley Hand ITC" panose="03070402050302030203" pitchFamily="66" charset="0"/>
              </a:rPr>
              <a:t>miFibonacci</a:t>
            </a:r>
            <a:r>
              <a:rPr lang="es-ES" sz="1600" b="1" dirty="0">
                <a:latin typeface="Bradley Hand ITC" panose="03070402050302030203" pitchFamily="66" charset="0"/>
              </a:rPr>
              <a:t> = Fibonacci(10)</a:t>
            </a:r>
          </a:p>
          <a:p>
            <a:r>
              <a:rPr lang="es-ES" sz="1600" b="1" dirty="0">
                <a:solidFill>
                  <a:srgbClr val="C00000"/>
                </a:solidFill>
                <a:latin typeface="Broadway" panose="04040905080B02020502" pitchFamily="82" charset="0"/>
              </a:rPr>
              <a:t>3- Crear un código</a:t>
            </a:r>
            <a:r>
              <a:rPr lang="es-ES" sz="1600" b="1" dirty="0">
                <a:latin typeface="Bradley Hand ITC" panose="03070402050302030203" pitchFamily="66" charset="0"/>
              </a:rPr>
              <a:t> Python para generar la tabla de multiplicación. (10)</a:t>
            </a:r>
          </a:p>
          <a:p>
            <a:r>
              <a:rPr lang="es-ES" sz="1600" b="1" dirty="0">
                <a:latin typeface="Bradley Hand ITC" panose="03070402050302030203" pitchFamily="66" charset="0"/>
              </a:rPr>
              <a:t>Clase: </a:t>
            </a:r>
            <a:r>
              <a:rPr lang="es-ES" sz="1600" b="1" dirty="0" err="1">
                <a:latin typeface="Bradley Hand ITC" panose="03070402050302030203" pitchFamily="66" charset="0"/>
              </a:rPr>
              <a:t>TablaMultiplicar</a:t>
            </a:r>
            <a:r>
              <a:rPr lang="es-ES" sz="1600" b="1" dirty="0">
                <a:latin typeface="Bradley Hand ITC" panose="03070402050302030203" pitchFamily="66" charset="0"/>
              </a:rPr>
              <a:t> </a:t>
            </a:r>
          </a:p>
          <a:p>
            <a:r>
              <a:rPr lang="es-ES" sz="1600" b="1" dirty="0">
                <a:latin typeface="Bradley Hand ITC" panose="03070402050302030203" pitchFamily="66" charset="0"/>
              </a:rPr>
              <a:t>Atributos: Número </a:t>
            </a:r>
          </a:p>
          <a:p>
            <a:r>
              <a:rPr lang="es-ES" sz="1600" b="1" dirty="0">
                <a:latin typeface="Bradley Hand ITC" panose="03070402050302030203" pitchFamily="66" charset="0"/>
              </a:rPr>
              <a:t>Acción: </a:t>
            </a:r>
            <a:r>
              <a:rPr lang="es-ES" sz="1600" b="1" dirty="0" err="1">
                <a:latin typeface="Bradley Hand ITC" panose="03070402050302030203" pitchFamily="66" charset="0"/>
              </a:rPr>
              <a:t>generar_tabla</a:t>
            </a:r>
            <a:r>
              <a:rPr lang="es-ES" sz="1600" b="1" dirty="0">
                <a:latin typeface="Bradley Hand ITC" panose="03070402050302030203" pitchFamily="66" charset="0"/>
              </a:rPr>
              <a:t> </a:t>
            </a:r>
          </a:p>
          <a:p>
            <a:r>
              <a:rPr lang="es-ES" sz="1600" b="1" dirty="0">
                <a:latin typeface="Bradley Hand ITC" panose="03070402050302030203" pitchFamily="66" charset="0"/>
              </a:rPr>
              <a:t>Objeto: </a:t>
            </a:r>
            <a:r>
              <a:rPr lang="es-ES" sz="1600" b="1" dirty="0" err="1">
                <a:latin typeface="Bradley Hand ITC" panose="03070402050302030203" pitchFamily="66" charset="0"/>
              </a:rPr>
              <a:t>mi_tabla</a:t>
            </a:r>
            <a:r>
              <a:rPr lang="es-ES" sz="1600" b="1" dirty="0">
                <a:latin typeface="Bradley Hand ITC" panose="03070402050302030203" pitchFamily="66" charset="0"/>
              </a:rPr>
              <a:t> = </a:t>
            </a:r>
            <a:r>
              <a:rPr lang="es-ES" sz="1600" b="1" dirty="0" err="1">
                <a:latin typeface="Bradley Hand ITC" panose="03070402050302030203" pitchFamily="66" charset="0"/>
              </a:rPr>
              <a:t>Tabla_de_Multiplicar</a:t>
            </a:r>
            <a:r>
              <a:rPr lang="es-ES" sz="1600" b="1" dirty="0">
                <a:latin typeface="Bradley Hand ITC" panose="03070402050302030203" pitchFamily="66" charset="0"/>
              </a:rPr>
              <a:t>(Numero)</a:t>
            </a:r>
            <a:endParaRPr lang="es-PE" sz="1600" b="1" dirty="0">
              <a:latin typeface="Bradley Hand ITC" panose="03070402050302030203" pitchFamily="66" charset="0"/>
            </a:endParaRPr>
          </a:p>
          <a:p>
            <a:r>
              <a:rPr lang="es-ES" sz="1600" b="1" dirty="0">
                <a:solidFill>
                  <a:srgbClr val="C00000"/>
                </a:solidFill>
                <a:latin typeface="Broadway" panose="04040905080B02020502" pitchFamily="82" charset="0"/>
              </a:rPr>
              <a:t>4- Suma: </a:t>
            </a:r>
            <a:r>
              <a:rPr lang="es-ES" sz="1600" b="1" dirty="0">
                <a:latin typeface="Bradley Hand ITC" panose="03070402050302030203" pitchFamily="66" charset="0"/>
              </a:rPr>
              <a:t>1+2+3+...+10 (11)</a:t>
            </a:r>
          </a:p>
          <a:p>
            <a:r>
              <a:rPr lang="es-ES" sz="1600" b="1" dirty="0">
                <a:latin typeface="Bradley Hand ITC" panose="03070402050302030203" pitchFamily="66" charset="0"/>
              </a:rPr>
              <a:t>Clase: </a:t>
            </a:r>
            <a:r>
              <a:rPr lang="es-ES" sz="1600" b="1" dirty="0" err="1">
                <a:latin typeface="Bradley Hand ITC" panose="03070402050302030203" pitchFamily="66" charset="0"/>
              </a:rPr>
              <a:t>SumaNaturales</a:t>
            </a:r>
            <a:r>
              <a:rPr lang="es-ES" sz="1600" b="1" dirty="0">
                <a:latin typeface="Bradley Hand ITC" panose="03070402050302030203" pitchFamily="66" charset="0"/>
              </a:rPr>
              <a:t> </a:t>
            </a:r>
          </a:p>
          <a:p>
            <a:r>
              <a:rPr lang="es-ES" sz="1600" b="1" dirty="0">
                <a:latin typeface="Bradley Hand ITC" panose="03070402050302030203" pitchFamily="66" charset="0"/>
              </a:rPr>
              <a:t>Atributo: limite, suma </a:t>
            </a:r>
          </a:p>
          <a:p>
            <a:r>
              <a:rPr lang="es-ES" sz="1600" b="1" dirty="0">
                <a:latin typeface="Bradley Hand ITC" panose="03070402050302030203" pitchFamily="66" charset="0"/>
              </a:rPr>
              <a:t>Acción: </a:t>
            </a:r>
            <a:r>
              <a:rPr lang="es-ES" sz="1600" b="1" dirty="0" err="1">
                <a:latin typeface="Bradley Hand ITC" panose="03070402050302030203" pitchFamily="66" charset="0"/>
              </a:rPr>
              <a:t>calcularSuma</a:t>
            </a:r>
            <a:r>
              <a:rPr lang="es-ES" sz="1600" b="1" dirty="0">
                <a:latin typeface="Bradley Hand ITC" panose="03070402050302030203" pitchFamily="66" charset="0"/>
              </a:rPr>
              <a:t>() Objeto: </a:t>
            </a:r>
            <a:r>
              <a:rPr lang="es-ES" sz="1600" b="1" dirty="0" err="1">
                <a:latin typeface="Bradley Hand ITC" panose="03070402050302030203" pitchFamily="66" charset="0"/>
              </a:rPr>
              <a:t>miSuma</a:t>
            </a:r>
            <a:r>
              <a:rPr lang="es-ES" sz="1600" b="1" dirty="0">
                <a:latin typeface="Bradley Hand ITC" panose="03070402050302030203" pitchFamily="66" charset="0"/>
              </a:rPr>
              <a:t> = </a:t>
            </a:r>
            <a:r>
              <a:rPr lang="es-ES" sz="1600" b="1" dirty="0" err="1">
                <a:latin typeface="Bradley Hand ITC" panose="03070402050302030203" pitchFamily="66" charset="0"/>
              </a:rPr>
              <a:t>SumaNaturales</a:t>
            </a:r>
            <a:r>
              <a:rPr lang="es-ES" sz="1600" b="1" dirty="0">
                <a:latin typeface="Bradley Hand ITC" panose="03070402050302030203" pitchFamily="66" charset="0"/>
              </a:rPr>
              <a:t>(10)</a:t>
            </a:r>
          </a:p>
          <a:p>
            <a:r>
              <a:rPr lang="es-ES" b="1" dirty="0">
                <a:solidFill>
                  <a:srgbClr val="C00000"/>
                </a:solidFill>
                <a:latin typeface="Broadway" panose="04040905080B02020502" pitchFamily="82" charset="0"/>
              </a:rPr>
              <a:t>Crear una calculadora Estadística</a:t>
            </a:r>
          </a:p>
          <a:p>
            <a:r>
              <a:rPr lang="es-ES" sz="1600" b="1" dirty="0">
                <a:latin typeface="Bradley Hand ITC" panose="03070402050302030203" pitchFamily="66" charset="0"/>
              </a:rPr>
              <a:t>media varianza Desviación estándar } Series -&gt; igual</a:t>
            </a:r>
          </a:p>
          <a:p>
            <a:r>
              <a:rPr lang="es-ES" sz="1600" b="1" dirty="0">
                <a:latin typeface="Bradley Hand ITC" panose="03070402050302030203" pitchFamily="66" charset="0"/>
              </a:rPr>
              <a:t>acción: ingresar datos Clase: Atributos: lista, numero Objeto: </a:t>
            </a:r>
            <a:r>
              <a:rPr lang="es-ES" sz="1600" b="1" dirty="0" err="1">
                <a:latin typeface="Bradley Hand ITC" panose="03070402050302030203" pitchFamily="66" charset="0"/>
              </a:rPr>
              <a:t>CalculadoraDatos</a:t>
            </a:r>
            <a:endParaRPr lang="es-ES" sz="1600" b="1" dirty="0">
              <a:latin typeface="Bradley Hand ITC" panose="03070402050302030203" pitchFamily="66" charset="0"/>
            </a:endParaRPr>
          </a:p>
          <a:p>
            <a:endParaRPr lang="es-ES" dirty="0"/>
          </a:p>
          <a:p>
            <a:endParaRPr lang="es-PE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77CF2AA0-2ECD-09EE-2AB2-A7CA2A0A759C}"/>
              </a:ext>
            </a:extLst>
          </p:cNvPr>
          <p:cNvSpPr txBox="1"/>
          <p:nvPr/>
        </p:nvSpPr>
        <p:spPr>
          <a:xfrm>
            <a:off x="6662057" y="723122"/>
            <a:ext cx="5225143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rgbClr val="C00000"/>
                </a:solidFill>
                <a:latin typeface="Broadway" panose="04040905080B02020502" pitchFamily="82" charset="0"/>
              </a:rPr>
              <a:t>Ejemplo (14), Serie de Fibonacci:</a:t>
            </a:r>
          </a:p>
          <a:p>
            <a:r>
              <a:rPr lang="es-ES" b="1" dirty="0">
                <a:latin typeface="Bradley Hand ITC" panose="03070402050302030203" pitchFamily="66" charset="0"/>
              </a:rPr>
              <a:t>0,1,1,2,3,5,8,13,…</a:t>
            </a:r>
          </a:p>
          <a:p>
            <a:r>
              <a:rPr lang="es-ES" b="1" dirty="0">
                <a:latin typeface="Bradley Hand ITC" panose="03070402050302030203" pitchFamily="66" charset="0"/>
              </a:rPr>
              <a:t>Clase: Fibonacci Atributo: Cantidad, a, b, contador a = 0, b = 1 Acción: </a:t>
            </a:r>
            <a:r>
              <a:rPr lang="es-ES" b="1" dirty="0" err="1">
                <a:latin typeface="Bradley Hand ITC" panose="03070402050302030203" pitchFamily="66" charset="0"/>
              </a:rPr>
              <a:t>generarSerie</a:t>
            </a:r>
            <a:r>
              <a:rPr lang="es-ES" b="1" dirty="0">
                <a:latin typeface="Bradley Hand ITC" panose="03070402050302030203" pitchFamily="66" charset="0"/>
              </a:rPr>
              <a:t> Objeto: </a:t>
            </a:r>
            <a:r>
              <a:rPr lang="es-ES" b="1" dirty="0" err="1">
                <a:latin typeface="Bradley Hand ITC" panose="03070402050302030203" pitchFamily="66" charset="0"/>
              </a:rPr>
              <a:t>mi_fibonacci</a:t>
            </a:r>
            <a:r>
              <a:rPr lang="es-ES" b="1" dirty="0">
                <a:latin typeface="Bradley Hand ITC" panose="03070402050302030203" pitchFamily="66" charset="0"/>
              </a:rPr>
              <a:t> = Fibonacci(10)</a:t>
            </a:r>
          </a:p>
          <a:p>
            <a:r>
              <a:rPr lang="es-E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oadway" panose="04040905080B02020502" pitchFamily="82" charset="0"/>
              </a:rPr>
              <a:t>Ejemplo (15)</a:t>
            </a:r>
          </a:p>
          <a:p>
            <a:r>
              <a:rPr lang="es-ES" b="1" dirty="0">
                <a:latin typeface="Bradley Hand ITC" panose="03070402050302030203" pitchFamily="66" charset="0"/>
              </a:rPr>
              <a:t>Clase: Numero Atributo: Cantidad, contado = 0 Acción: </a:t>
            </a:r>
            <a:r>
              <a:rPr lang="es-ES" b="1" dirty="0" err="1">
                <a:latin typeface="Bradley Hand ITC" panose="03070402050302030203" pitchFamily="66" charset="0"/>
              </a:rPr>
              <a:t>generarNumero</a:t>
            </a:r>
            <a:r>
              <a:rPr lang="es-ES" b="1" dirty="0">
                <a:latin typeface="Bradley Hand ITC" panose="03070402050302030203" pitchFamily="66" charset="0"/>
              </a:rPr>
              <a:t> Objeto: </a:t>
            </a:r>
            <a:r>
              <a:rPr lang="es-ES" b="1" dirty="0" err="1">
                <a:latin typeface="Bradley Hand ITC" panose="03070402050302030203" pitchFamily="66" charset="0"/>
              </a:rPr>
              <a:t>miNumero</a:t>
            </a:r>
            <a:r>
              <a:rPr lang="es-ES" b="1" dirty="0">
                <a:latin typeface="Bradley Hand ITC" panose="03070402050302030203" pitchFamily="66" charset="0"/>
              </a:rPr>
              <a:t> = </a:t>
            </a:r>
            <a:r>
              <a:rPr lang="es-ES" b="1" dirty="0" err="1">
                <a:latin typeface="Bradley Hand ITC" panose="03070402050302030203" pitchFamily="66" charset="0"/>
              </a:rPr>
              <a:t>generarNumero</a:t>
            </a:r>
            <a:r>
              <a:rPr lang="es-ES" b="1" dirty="0">
                <a:latin typeface="Bradley Hand ITC" panose="03070402050302030203" pitchFamily="66" charset="0"/>
              </a:rPr>
              <a:t>()</a:t>
            </a:r>
          </a:p>
          <a:p>
            <a:r>
              <a:rPr lang="es-E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oadway" panose="04040905080B02020502" pitchFamily="82" charset="0"/>
              </a:rPr>
              <a:t>Ejemplo (16)</a:t>
            </a:r>
          </a:p>
          <a:p>
            <a:r>
              <a:rPr lang="es-ES" b="1" dirty="0">
                <a:latin typeface="Bradley Hand ITC" panose="03070402050302030203" pitchFamily="66" charset="0"/>
              </a:rPr>
              <a:t>Clase: </a:t>
            </a:r>
            <a:r>
              <a:rPr lang="es-ES" b="1" dirty="0" err="1">
                <a:latin typeface="Bradley Hand ITC" panose="03070402050302030203" pitchFamily="66" charset="0"/>
              </a:rPr>
              <a:t>CalculadoraSuma</a:t>
            </a:r>
            <a:r>
              <a:rPr lang="es-ES" b="1" dirty="0">
                <a:latin typeface="Bradley Hand ITC" panose="03070402050302030203" pitchFamily="66" charset="0"/>
              </a:rPr>
              <a:t> Atributo: total = 0 Acción: </a:t>
            </a:r>
            <a:r>
              <a:rPr lang="es-ES" b="1" dirty="0" err="1">
                <a:latin typeface="Bradley Hand ITC" panose="03070402050302030203" pitchFamily="66" charset="0"/>
              </a:rPr>
              <a:t>sumarNumero</a:t>
            </a:r>
            <a:r>
              <a:rPr lang="es-ES" b="1" dirty="0">
                <a:latin typeface="Bradley Hand ITC" panose="03070402050302030203" pitchFamily="66" charset="0"/>
              </a:rPr>
              <a:t> Objeto: </a:t>
            </a:r>
            <a:r>
              <a:rPr lang="es-ES" b="1" dirty="0" err="1">
                <a:latin typeface="Bradley Hand ITC" panose="03070402050302030203" pitchFamily="66" charset="0"/>
              </a:rPr>
              <a:t>Calculadora_Suma</a:t>
            </a:r>
            <a:r>
              <a:rPr lang="es-ES" b="1" dirty="0">
                <a:latin typeface="Bradley Hand ITC" panose="03070402050302030203" pitchFamily="66" charset="0"/>
              </a:rPr>
              <a:t>(Numero(s))</a:t>
            </a:r>
          </a:p>
          <a:p>
            <a:r>
              <a:rPr lang="es-E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oadway" panose="04040905080B02020502" pitchFamily="82" charset="0"/>
              </a:rPr>
              <a:t>Ejemplo (17)</a:t>
            </a:r>
          </a:p>
          <a:p>
            <a:r>
              <a:rPr lang="es-ES" b="1" dirty="0">
                <a:latin typeface="Bradley Hand ITC" panose="03070402050302030203" pitchFamily="66" charset="0"/>
              </a:rPr>
              <a:t>Clase: </a:t>
            </a:r>
            <a:r>
              <a:rPr lang="es-ES" b="1" dirty="0" err="1">
                <a:latin typeface="Bradley Hand ITC" panose="03070402050302030203" pitchFamily="66" charset="0"/>
              </a:rPr>
              <a:t>CalculadoraSuma</a:t>
            </a:r>
            <a:r>
              <a:rPr lang="es-ES" b="1" dirty="0">
                <a:latin typeface="Bradley Hand ITC" panose="03070402050302030203" pitchFamily="66" charset="0"/>
              </a:rPr>
              <a:t> Atributo: total = 0 Acción: </a:t>
            </a:r>
            <a:r>
              <a:rPr lang="es-ES" b="1" dirty="0" err="1">
                <a:latin typeface="Bradley Hand ITC" panose="03070402050302030203" pitchFamily="66" charset="0"/>
              </a:rPr>
              <a:t>SumarNumero</a:t>
            </a:r>
            <a:r>
              <a:rPr lang="es-ES" b="1" dirty="0">
                <a:latin typeface="Bradley Hand ITC" panose="03070402050302030203" pitchFamily="66" charset="0"/>
              </a:rPr>
              <a:t> Objeto: </a:t>
            </a:r>
            <a:r>
              <a:rPr lang="es-ES" b="1" dirty="0" err="1">
                <a:latin typeface="Bradley Hand ITC" panose="03070402050302030203" pitchFamily="66" charset="0"/>
              </a:rPr>
              <a:t>Calculadora_Suma</a:t>
            </a:r>
            <a:r>
              <a:rPr lang="es-ES" b="1" dirty="0">
                <a:latin typeface="Bradley Hand ITC" panose="03070402050302030203" pitchFamily="66" charset="0"/>
              </a:rPr>
              <a:t>(Numero(s))</a:t>
            </a:r>
          </a:p>
          <a:p>
            <a:r>
              <a:rPr lang="es-E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oadway" panose="04040905080B02020502" pitchFamily="82" charset="0"/>
              </a:rPr>
              <a:t>Ejemplo (18), Gestor de Tareas</a:t>
            </a:r>
          </a:p>
          <a:p>
            <a:r>
              <a:rPr lang="es-ES" b="1" dirty="0">
                <a:latin typeface="Bradley Hand ITC" panose="03070402050302030203" pitchFamily="66" charset="0"/>
              </a:rPr>
              <a:t>Clase: </a:t>
            </a:r>
            <a:r>
              <a:rPr lang="es-ES" b="1" dirty="0" err="1">
                <a:latin typeface="Bradley Hand ITC" panose="03070402050302030203" pitchFamily="66" charset="0"/>
              </a:rPr>
              <a:t>GestorTareas</a:t>
            </a:r>
            <a:r>
              <a:rPr lang="es-ES" b="1" dirty="0">
                <a:latin typeface="Bradley Hand ITC" panose="03070402050302030203" pitchFamily="66" charset="0"/>
              </a:rPr>
              <a:t> Atributo: Tarea Acción: </a:t>
            </a:r>
            <a:r>
              <a:rPr lang="es-ES" b="1" dirty="0" err="1">
                <a:latin typeface="Bradley Hand ITC" panose="03070402050302030203" pitchFamily="66" charset="0"/>
              </a:rPr>
              <a:t>mostrarTareas</a:t>
            </a:r>
            <a:r>
              <a:rPr lang="es-ES" b="1" dirty="0">
                <a:latin typeface="Bradley Hand ITC" panose="03070402050302030203" pitchFamily="66" charset="0"/>
              </a:rPr>
              <a:t> </a:t>
            </a:r>
            <a:r>
              <a:rPr lang="es-ES" b="1" dirty="0" err="1">
                <a:latin typeface="Bradley Hand ITC" panose="03070402050302030203" pitchFamily="66" charset="0"/>
              </a:rPr>
              <a:t>agregarTarea</a:t>
            </a:r>
            <a:r>
              <a:rPr lang="es-ES" b="1" dirty="0">
                <a:latin typeface="Bradley Hand ITC" panose="03070402050302030203" pitchFamily="66" charset="0"/>
              </a:rPr>
              <a:t> Objeto: </a:t>
            </a:r>
            <a:r>
              <a:rPr lang="es-ES" b="1" dirty="0" err="1">
                <a:latin typeface="Bradley Hand ITC" panose="03070402050302030203" pitchFamily="66" charset="0"/>
              </a:rPr>
              <a:t>mi_gestor</a:t>
            </a:r>
            <a:r>
              <a:rPr lang="es-ES" b="1" dirty="0">
                <a:latin typeface="Bradley Hand ITC" panose="03070402050302030203" pitchFamily="66" charset="0"/>
              </a:rPr>
              <a:t> = </a:t>
            </a:r>
            <a:r>
              <a:rPr lang="es-ES" b="1" dirty="0" err="1">
                <a:latin typeface="Bradley Hand ITC" panose="03070402050302030203" pitchFamily="66" charset="0"/>
              </a:rPr>
              <a:t>GestorTareas</a:t>
            </a:r>
            <a:r>
              <a:rPr lang="es-ES" b="1" dirty="0">
                <a:latin typeface="Bradley Hand ITC" panose="03070402050302030203" pitchFamily="66" charset="0"/>
              </a:rPr>
              <a:t>()</a:t>
            </a:r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88781733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Imagen 58">
            <a:extLst>
              <a:ext uri="{FF2B5EF4-FFF2-40B4-BE49-F238E27FC236}">
                <a16:creationId xmlns:a16="http://schemas.microsoft.com/office/drawing/2014/main" id="{7FB54955-BE91-3BBA-5762-56DFE39A31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75" b="98516" l="0" r="98734">
                        <a14:foregroundMark x1="4219" y1="3644" x2="35443" y2="4453"/>
                        <a14:foregroundMark x1="35443" y1="4453" x2="85865" y2="4318"/>
                        <a14:foregroundMark x1="85865" y1="4318" x2="93038" y2="4453"/>
                        <a14:foregroundMark x1="5485" y1="3914" x2="71308" y2="6748"/>
                        <a14:foregroundMark x1="71308" y1="6748" x2="90506" y2="6478"/>
                        <a14:foregroundMark x1="90506" y1="6478" x2="53797" y2="675"/>
                        <a14:foregroundMark x1="53797" y1="675" x2="34810" y2="1619"/>
                        <a14:foregroundMark x1="4219" y1="1619" x2="211" y2="4858"/>
                        <a14:foregroundMark x1="6540" y1="97166" x2="85865" y2="98516"/>
                        <a14:foregroundMark x1="85865" y1="98516" x2="92827" y2="98246"/>
                        <a14:foregroundMark x1="844" y1="75978" x2="3376" y2="99055"/>
                        <a14:foregroundMark x1="2532" y1="6343" x2="422" y2="40756"/>
                        <a14:foregroundMark x1="22363" y1="4723" x2="53586" y2="11876"/>
                        <a14:foregroundMark x1="26371" y1="6343" x2="35232" y2="11606"/>
                        <a14:foregroundMark x1="35232" y1="11606" x2="56118" y2="12551"/>
                        <a14:foregroundMark x1="56118" y1="12551" x2="57384" y2="12551"/>
                        <a14:foregroundMark x1="81435" y1="3644" x2="97679" y2="5668"/>
                        <a14:foregroundMark x1="95387" y1="92459" x2="95359" y2="93522"/>
                        <a14:foregroundMark x1="95632" y1="83253" x2="95627" y2="83448"/>
                        <a14:foregroundMark x1="97679" y1="6343" x2="97123" y2="27223"/>
                        <a14:foregroundMark x1="95359" y1="93522" x2="97257" y2="95007"/>
                        <a14:foregroundMark x1="97205" y1="88206" x2="97046" y2="94467"/>
                        <a14:foregroundMark x1="97332" y1="83237" x2="97321" y2="83682"/>
                        <a14:foregroundMark x1="98945" y1="19973" x2="98105" y2="52944"/>
                        <a14:foregroundMark x1="1899" y1="40621" x2="0" y2="61269"/>
                        <a14:foregroundMark x1="1688" y1="64238" x2="1899" y2="72874"/>
                        <a14:backgroundMark x1="14346" y1="17004" x2="47890" y2="41296"/>
                        <a14:backgroundMark x1="77426" y1="22402" x2="44093" y2="92038"/>
                        <a14:backgroundMark x1="22574" y1="23887" x2="55063" y2="84076"/>
                        <a14:backgroundMark x1="7595" y1="12955" x2="8861" y2="85695"/>
                        <a14:backgroundMark x1="10759" y1="87854" x2="72363" y2="88394"/>
                        <a14:backgroundMark x1="72363" y1="88394" x2="86498" y2="87584"/>
                        <a14:backgroundMark x1="86498" y1="87584" x2="91350" y2="17274"/>
                        <a14:backgroundMark x1="91350" y1="17274" x2="83122" y2="15789"/>
                        <a14:backgroundMark x1="93038" y1="27260" x2="94304" y2="83266"/>
                        <a14:backgroundMark x1="94304" y1="83266" x2="91350" y2="919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03206" y="23322"/>
            <a:ext cx="6096000" cy="6858000"/>
          </a:xfrm>
          <a:prstGeom prst="rect">
            <a:avLst/>
          </a:prstGeom>
        </p:spPr>
      </p:pic>
      <p:pic>
        <p:nvPicPr>
          <p:cNvPr id="58" name="Imagen 57">
            <a:extLst>
              <a:ext uri="{FF2B5EF4-FFF2-40B4-BE49-F238E27FC236}">
                <a16:creationId xmlns:a16="http://schemas.microsoft.com/office/drawing/2014/main" id="{7291F7D6-A5FD-C8BF-0B03-43BDBC7D98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75" b="98516" l="0" r="98734">
                        <a14:foregroundMark x1="4219" y1="3644" x2="35443" y2="4453"/>
                        <a14:foregroundMark x1="35443" y1="4453" x2="85865" y2="4318"/>
                        <a14:foregroundMark x1="85865" y1="4318" x2="93038" y2="4453"/>
                        <a14:foregroundMark x1="5485" y1="3914" x2="71308" y2="6748"/>
                        <a14:foregroundMark x1="71308" y1="6748" x2="90506" y2="6478"/>
                        <a14:foregroundMark x1="90506" y1="6478" x2="53797" y2="675"/>
                        <a14:foregroundMark x1="53797" y1="675" x2="34810" y2="1619"/>
                        <a14:foregroundMark x1="4219" y1="1619" x2="211" y2="4858"/>
                        <a14:foregroundMark x1="6540" y1="97166" x2="85865" y2="98516"/>
                        <a14:foregroundMark x1="85865" y1="98516" x2="92827" y2="98246"/>
                        <a14:foregroundMark x1="844" y1="75978" x2="3376" y2="99055"/>
                        <a14:foregroundMark x1="2532" y1="6343" x2="422" y2="40756"/>
                        <a14:foregroundMark x1="22363" y1="4723" x2="53586" y2="11876"/>
                        <a14:foregroundMark x1="26371" y1="6343" x2="35232" y2="11606"/>
                        <a14:foregroundMark x1="35232" y1="11606" x2="56118" y2="12551"/>
                        <a14:foregroundMark x1="56118" y1="12551" x2="57384" y2="12551"/>
                        <a14:foregroundMark x1="81435" y1="3644" x2="97679" y2="5668"/>
                        <a14:foregroundMark x1="95387" y1="92459" x2="95359" y2="93522"/>
                        <a14:foregroundMark x1="95632" y1="83253" x2="95627" y2="83448"/>
                        <a14:foregroundMark x1="97679" y1="6343" x2="97123" y2="27223"/>
                        <a14:foregroundMark x1="95359" y1="93522" x2="97257" y2="95007"/>
                        <a14:foregroundMark x1="97205" y1="88206" x2="97046" y2="94467"/>
                        <a14:foregroundMark x1="97332" y1="83237" x2="97321" y2="83682"/>
                        <a14:foregroundMark x1="98945" y1="19973" x2="98105" y2="52944"/>
                        <a14:foregroundMark x1="1899" y1="40621" x2="0" y2="61269"/>
                        <a14:foregroundMark x1="1688" y1="64238" x2="1899" y2="72874"/>
                        <a14:backgroundMark x1="14346" y1="17004" x2="47890" y2="41296"/>
                        <a14:backgroundMark x1="77426" y1="22402" x2="44093" y2="92038"/>
                        <a14:backgroundMark x1="22574" y1="23887" x2="55063" y2="84076"/>
                        <a14:backgroundMark x1="7595" y1="12955" x2="8861" y2="85695"/>
                        <a14:backgroundMark x1="10759" y1="87854" x2="72363" y2="88394"/>
                        <a14:backgroundMark x1="72363" y1="88394" x2="86498" y2="87584"/>
                        <a14:backgroundMark x1="86498" y1="87584" x2="91350" y2="17274"/>
                        <a14:backgroundMark x1="91350" y1="17274" x2="83122" y2="15789"/>
                        <a14:backgroundMark x1="93038" y1="27260" x2="94304" y2="83266"/>
                        <a14:backgroundMark x1="94304" y1="83266" x2="91350" y2="919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23322"/>
            <a:ext cx="5988794" cy="6858000"/>
          </a:xfrm>
          <a:prstGeom prst="rect">
            <a:avLst/>
          </a:prstGeom>
        </p:spPr>
      </p:pic>
      <p:grpSp>
        <p:nvGrpSpPr>
          <p:cNvPr id="2" name="Grupo 1">
            <a:extLst>
              <a:ext uri="{FF2B5EF4-FFF2-40B4-BE49-F238E27FC236}">
                <a16:creationId xmlns:a16="http://schemas.microsoft.com/office/drawing/2014/main" id="{5092580F-C9F3-7A31-CE06-9CDC828C12C2}"/>
              </a:ext>
            </a:extLst>
          </p:cNvPr>
          <p:cNvGrpSpPr/>
          <p:nvPr/>
        </p:nvGrpSpPr>
        <p:grpSpPr>
          <a:xfrm>
            <a:off x="5690023" y="559837"/>
            <a:ext cx="811954" cy="5975571"/>
            <a:chOff x="5629279" y="139959"/>
            <a:chExt cx="811954" cy="5975571"/>
          </a:xfrm>
        </p:grpSpPr>
        <p:grpSp>
          <p:nvGrpSpPr>
            <p:cNvPr id="3" name="Grupo 2">
              <a:extLst>
                <a:ext uri="{FF2B5EF4-FFF2-40B4-BE49-F238E27FC236}">
                  <a16:creationId xmlns:a16="http://schemas.microsoft.com/office/drawing/2014/main" id="{4B95AEA8-8337-CA57-B5D5-DDCAB173990E}"/>
                </a:ext>
              </a:extLst>
            </p:cNvPr>
            <p:cNvGrpSpPr/>
            <p:nvPr/>
          </p:nvGrpSpPr>
          <p:grpSpPr>
            <a:xfrm>
              <a:off x="5652018" y="139959"/>
              <a:ext cx="744892" cy="674136"/>
              <a:chOff x="5652018" y="139959"/>
              <a:chExt cx="744892" cy="674136"/>
            </a:xfrm>
          </p:grpSpPr>
          <p:grpSp>
            <p:nvGrpSpPr>
              <p:cNvPr id="54" name="Grupo 53">
                <a:extLst>
                  <a:ext uri="{FF2B5EF4-FFF2-40B4-BE49-F238E27FC236}">
                    <a16:creationId xmlns:a16="http://schemas.microsoft.com/office/drawing/2014/main" id="{93665047-BD38-E8C5-55FA-9AAD57815812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56" name="Elipse 55">
                  <a:extLst>
                    <a:ext uri="{FF2B5EF4-FFF2-40B4-BE49-F238E27FC236}">
                      <a16:creationId xmlns:a16="http://schemas.microsoft.com/office/drawing/2014/main" id="{62C91886-28E8-BC96-6B29-174AA9E63970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57" name="Elipse 56">
                  <a:extLst>
                    <a:ext uri="{FF2B5EF4-FFF2-40B4-BE49-F238E27FC236}">
                      <a16:creationId xmlns:a16="http://schemas.microsoft.com/office/drawing/2014/main" id="{4888716F-7004-D08A-A80F-21E3798D8A3D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55" name="Arco de bloque 54">
                <a:extLst>
                  <a:ext uri="{FF2B5EF4-FFF2-40B4-BE49-F238E27FC236}">
                    <a16:creationId xmlns:a16="http://schemas.microsoft.com/office/drawing/2014/main" id="{FB575EA3-04A9-FD3C-BC70-3DE69A49765A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" name="Grupo 3">
              <a:extLst>
                <a:ext uri="{FF2B5EF4-FFF2-40B4-BE49-F238E27FC236}">
                  <a16:creationId xmlns:a16="http://schemas.microsoft.com/office/drawing/2014/main" id="{C6718C26-251E-81D1-0E67-FFBB26BC2CFA}"/>
                </a:ext>
              </a:extLst>
            </p:cNvPr>
            <p:cNvGrpSpPr/>
            <p:nvPr/>
          </p:nvGrpSpPr>
          <p:grpSpPr>
            <a:xfrm>
              <a:off x="5674767" y="2358308"/>
              <a:ext cx="744892" cy="674136"/>
              <a:chOff x="5652018" y="139959"/>
              <a:chExt cx="744892" cy="674136"/>
            </a:xfrm>
          </p:grpSpPr>
          <p:grpSp>
            <p:nvGrpSpPr>
              <p:cNvPr id="50" name="Grupo 49">
                <a:extLst>
                  <a:ext uri="{FF2B5EF4-FFF2-40B4-BE49-F238E27FC236}">
                    <a16:creationId xmlns:a16="http://schemas.microsoft.com/office/drawing/2014/main" id="{E7BBE651-8EAD-8508-7716-9CBFC28ECEE6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52" name="Elipse 51">
                  <a:extLst>
                    <a:ext uri="{FF2B5EF4-FFF2-40B4-BE49-F238E27FC236}">
                      <a16:creationId xmlns:a16="http://schemas.microsoft.com/office/drawing/2014/main" id="{FCF6D69A-3B48-DCCD-3A93-1DCB16EADB4F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53" name="Elipse 52">
                  <a:extLst>
                    <a:ext uri="{FF2B5EF4-FFF2-40B4-BE49-F238E27FC236}">
                      <a16:creationId xmlns:a16="http://schemas.microsoft.com/office/drawing/2014/main" id="{10002A2D-2DF6-5BEA-A3F5-154009179BB1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51" name="Arco de bloque 50">
                <a:extLst>
                  <a:ext uri="{FF2B5EF4-FFF2-40B4-BE49-F238E27FC236}">
                    <a16:creationId xmlns:a16="http://schemas.microsoft.com/office/drawing/2014/main" id="{D8A32F20-042B-F576-8122-156FF5B60DC7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" name="Grupo 4">
              <a:extLst>
                <a:ext uri="{FF2B5EF4-FFF2-40B4-BE49-F238E27FC236}">
                  <a16:creationId xmlns:a16="http://schemas.microsoft.com/office/drawing/2014/main" id="{6C6C5A30-1B92-ED63-D49F-6B6905A94EBC}"/>
                </a:ext>
              </a:extLst>
            </p:cNvPr>
            <p:cNvGrpSpPr/>
            <p:nvPr/>
          </p:nvGrpSpPr>
          <p:grpSpPr>
            <a:xfrm>
              <a:off x="5650853" y="1167491"/>
              <a:ext cx="744892" cy="674136"/>
              <a:chOff x="5652018" y="139959"/>
              <a:chExt cx="744892" cy="674136"/>
            </a:xfrm>
          </p:grpSpPr>
          <p:grpSp>
            <p:nvGrpSpPr>
              <p:cNvPr id="46" name="Grupo 45">
                <a:extLst>
                  <a:ext uri="{FF2B5EF4-FFF2-40B4-BE49-F238E27FC236}">
                    <a16:creationId xmlns:a16="http://schemas.microsoft.com/office/drawing/2014/main" id="{C3F6F9F4-18B8-BE2D-1C87-D43463341784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48" name="Elipse 47">
                  <a:extLst>
                    <a:ext uri="{FF2B5EF4-FFF2-40B4-BE49-F238E27FC236}">
                      <a16:creationId xmlns:a16="http://schemas.microsoft.com/office/drawing/2014/main" id="{E5F010A5-0791-6064-8A44-D0A50EA953F2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49" name="Elipse 48">
                  <a:extLst>
                    <a:ext uri="{FF2B5EF4-FFF2-40B4-BE49-F238E27FC236}">
                      <a16:creationId xmlns:a16="http://schemas.microsoft.com/office/drawing/2014/main" id="{067D677F-1BC1-748A-E36A-57E2C182A679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47" name="Arco de bloque 46">
                <a:extLst>
                  <a:ext uri="{FF2B5EF4-FFF2-40B4-BE49-F238E27FC236}">
                    <a16:creationId xmlns:a16="http://schemas.microsoft.com/office/drawing/2014/main" id="{3921AFD5-BAB6-062C-4509-E22C990EDF86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DE198F09-0906-0654-5602-D4EDEE1E77DA}"/>
                </a:ext>
              </a:extLst>
            </p:cNvPr>
            <p:cNvGrpSpPr/>
            <p:nvPr/>
          </p:nvGrpSpPr>
          <p:grpSpPr>
            <a:xfrm>
              <a:off x="5629279" y="1726160"/>
              <a:ext cx="744892" cy="674136"/>
              <a:chOff x="5652018" y="139959"/>
              <a:chExt cx="744892" cy="674136"/>
            </a:xfrm>
          </p:grpSpPr>
          <p:grpSp>
            <p:nvGrpSpPr>
              <p:cNvPr id="42" name="Grupo 41">
                <a:extLst>
                  <a:ext uri="{FF2B5EF4-FFF2-40B4-BE49-F238E27FC236}">
                    <a16:creationId xmlns:a16="http://schemas.microsoft.com/office/drawing/2014/main" id="{0EE06140-DD3F-87F9-1DCA-DDEBC6C78AA3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44" name="Elipse 43">
                  <a:extLst>
                    <a:ext uri="{FF2B5EF4-FFF2-40B4-BE49-F238E27FC236}">
                      <a16:creationId xmlns:a16="http://schemas.microsoft.com/office/drawing/2014/main" id="{DAE66BA5-A8A8-CA02-9E33-BD93B4FD068C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45" name="Elipse 44">
                  <a:extLst>
                    <a:ext uri="{FF2B5EF4-FFF2-40B4-BE49-F238E27FC236}">
                      <a16:creationId xmlns:a16="http://schemas.microsoft.com/office/drawing/2014/main" id="{609272F6-F6CC-8863-A398-582BF5469F06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43" name="Arco de bloque 42">
                <a:extLst>
                  <a:ext uri="{FF2B5EF4-FFF2-40B4-BE49-F238E27FC236}">
                    <a16:creationId xmlns:a16="http://schemas.microsoft.com/office/drawing/2014/main" id="{C2C51091-091C-C848-6B89-C871F768895B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7" name="Grupo 6">
              <a:extLst>
                <a:ext uri="{FF2B5EF4-FFF2-40B4-BE49-F238E27FC236}">
                  <a16:creationId xmlns:a16="http://schemas.microsoft.com/office/drawing/2014/main" id="{CCE47B9F-8092-F9CC-0FE6-3562BDED6FBC}"/>
                </a:ext>
              </a:extLst>
            </p:cNvPr>
            <p:cNvGrpSpPr/>
            <p:nvPr/>
          </p:nvGrpSpPr>
          <p:grpSpPr>
            <a:xfrm>
              <a:off x="5653963" y="658000"/>
              <a:ext cx="744892" cy="674136"/>
              <a:chOff x="5652018" y="139959"/>
              <a:chExt cx="744892" cy="674136"/>
            </a:xfrm>
          </p:grpSpPr>
          <p:grpSp>
            <p:nvGrpSpPr>
              <p:cNvPr id="38" name="Grupo 37">
                <a:extLst>
                  <a:ext uri="{FF2B5EF4-FFF2-40B4-BE49-F238E27FC236}">
                    <a16:creationId xmlns:a16="http://schemas.microsoft.com/office/drawing/2014/main" id="{3A8DA23F-66EA-0E3E-861F-2175966FBF12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40" name="Elipse 39">
                  <a:extLst>
                    <a:ext uri="{FF2B5EF4-FFF2-40B4-BE49-F238E27FC236}">
                      <a16:creationId xmlns:a16="http://schemas.microsoft.com/office/drawing/2014/main" id="{EEB902FB-D9D9-66EE-966B-127A549257A5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41" name="Elipse 40">
                  <a:extLst>
                    <a:ext uri="{FF2B5EF4-FFF2-40B4-BE49-F238E27FC236}">
                      <a16:creationId xmlns:a16="http://schemas.microsoft.com/office/drawing/2014/main" id="{CC290B7E-FF9B-0BBC-5068-5FF620690D44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39" name="Arco de bloque 38">
                <a:extLst>
                  <a:ext uri="{FF2B5EF4-FFF2-40B4-BE49-F238E27FC236}">
                    <a16:creationId xmlns:a16="http://schemas.microsoft.com/office/drawing/2014/main" id="{67B139A8-0A57-975A-00DB-63E9BC6303E6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8" name="Grupo 7">
              <a:extLst>
                <a:ext uri="{FF2B5EF4-FFF2-40B4-BE49-F238E27FC236}">
                  <a16:creationId xmlns:a16="http://schemas.microsoft.com/office/drawing/2014/main" id="{F96D3788-AE33-E16F-787C-2299051F065E}"/>
                </a:ext>
              </a:extLst>
            </p:cNvPr>
            <p:cNvGrpSpPr/>
            <p:nvPr/>
          </p:nvGrpSpPr>
          <p:grpSpPr>
            <a:xfrm>
              <a:off x="5652799" y="608822"/>
              <a:ext cx="744892" cy="674136"/>
              <a:chOff x="5652018" y="139959"/>
              <a:chExt cx="744892" cy="674136"/>
            </a:xfrm>
          </p:grpSpPr>
          <p:grpSp>
            <p:nvGrpSpPr>
              <p:cNvPr id="34" name="Grupo 33">
                <a:extLst>
                  <a:ext uri="{FF2B5EF4-FFF2-40B4-BE49-F238E27FC236}">
                    <a16:creationId xmlns:a16="http://schemas.microsoft.com/office/drawing/2014/main" id="{02B2F13B-384D-61C9-55A9-AB3A5F78481E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36" name="Elipse 35">
                  <a:extLst>
                    <a:ext uri="{FF2B5EF4-FFF2-40B4-BE49-F238E27FC236}">
                      <a16:creationId xmlns:a16="http://schemas.microsoft.com/office/drawing/2014/main" id="{0E53C8FC-1BC4-CC29-9A54-FCB5A500C2F9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37" name="Elipse 36">
                  <a:extLst>
                    <a:ext uri="{FF2B5EF4-FFF2-40B4-BE49-F238E27FC236}">
                      <a16:creationId xmlns:a16="http://schemas.microsoft.com/office/drawing/2014/main" id="{FA27FEC3-1C12-B756-AADD-96A764513C35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35" name="Arco de bloque 34">
                <a:extLst>
                  <a:ext uri="{FF2B5EF4-FFF2-40B4-BE49-F238E27FC236}">
                    <a16:creationId xmlns:a16="http://schemas.microsoft.com/office/drawing/2014/main" id="{763EFA9A-04D5-BB58-140D-46BECEF6A3DC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9BF74C04-7A15-F091-E9AE-BDEC589E38E3}"/>
                </a:ext>
              </a:extLst>
            </p:cNvPr>
            <p:cNvGrpSpPr/>
            <p:nvPr/>
          </p:nvGrpSpPr>
          <p:grpSpPr>
            <a:xfrm>
              <a:off x="5656494" y="2956438"/>
              <a:ext cx="744892" cy="674136"/>
              <a:chOff x="5652018" y="139959"/>
              <a:chExt cx="744892" cy="674136"/>
            </a:xfrm>
          </p:grpSpPr>
          <p:grpSp>
            <p:nvGrpSpPr>
              <p:cNvPr id="30" name="Grupo 29">
                <a:extLst>
                  <a:ext uri="{FF2B5EF4-FFF2-40B4-BE49-F238E27FC236}">
                    <a16:creationId xmlns:a16="http://schemas.microsoft.com/office/drawing/2014/main" id="{92000BFD-905B-982E-5361-984A12D0B399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32" name="Elipse 31">
                  <a:extLst>
                    <a:ext uri="{FF2B5EF4-FFF2-40B4-BE49-F238E27FC236}">
                      <a16:creationId xmlns:a16="http://schemas.microsoft.com/office/drawing/2014/main" id="{99A34AC8-28A1-CD81-F561-FF20E0A00837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33" name="Elipse 32">
                  <a:extLst>
                    <a:ext uri="{FF2B5EF4-FFF2-40B4-BE49-F238E27FC236}">
                      <a16:creationId xmlns:a16="http://schemas.microsoft.com/office/drawing/2014/main" id="{8FD7C52E-9D83-95EE-AC02-B1D931867B46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31" name="Arco de bloque 30">
                <a:extLst>
                  <a:ext uri="{FF2B5EF4-FFF2-40B4-BE49-F238E27FC236}">
                    <a16:creationId xmlns:a16="http://schemas.microsoft.com/office/drawing/2014/main" id="{DDD36446-24AD-7DF1-A251-0491F40189DB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F393EBBA-CC0B-46B0-BE7B-71EE9867BA7F}"/>
                </a:ext>
              </a:extLst>
            </p:cNvPr>
            <p:cNvGrpSpPr/>
            <p:nvPr/>
          </p:nvGrpSpPr>
          <p:grpSpPr>
            <a:xfrm>
              <a:off x="5653193" y="3582761"/>
              <a:ext cx="744892" cy="674136"/>
              <a:chOff x="5652018" y="139959"/>
              <a:chExt cx="744892" cy="674136"/>
            </a:xfrm>
          </p:grpSpPr>
          <p:grpSp>
            <p:nvGrpSpPr>
              <p:cNvPr id="26" name="Grupo 25">
                <a:extLst>
                  <a:ext uri="{FF2B5EF4-FFF2-40B4-BE49-F238E27FC236}">
                    <a16:creationId xmlns:a16="http://schemas.microsoft.com/office/drawing/2014/main" id="{536BA60D-C87F-ACAA-D77B-11CEC101B285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28" name="Elipse 27">
                  <a:extLst>
                    <a:ext uri="{FF2B5EF4-FFF2-40B4-BE49-F238E27FC236}">
                      <a16:creationId xmlns:a16="http://schemas.microsoft.com/office/drawing/2014/main" id="{A4FB864F-3111-8358-27CE-9116453E54D1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29" name="Elipse 28">
                  <a:extLst>
                    <a:ext uri="{FF2B5EF4-FFF2-40B4-BE49-F238E27FC236}">
                      <a16:creationId xmlns:a16="http://schemas.microsoft.com/office/drawing/2014/main" id="{6F51D2D5-62CD-0EF4-5BBD-E37950C7A8FA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27" name="Arco de bloque 26">
                <a:extLst>
                  <a:ext uri="{FF2B5EF4-FFF2-40B4-BE49-F238E27FC236}">
                    <a16:creationId xmlns:a16="http://schemas.microsoft.com/office/drawing/2014/main" id="{823688EC-1CBE-47E8-4F9F-9E98433D48B4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1" name="Grupo 10">
              <a:extLst>
                <a:ext uri="{FF2B5EF4-FFF2-40B4-BE49-F238E27FC236}">
                  <a16:creationId xmlns:a16="http://schemas.microsoft.com/office/drawing/2014/main" id="{DBBE44D8-577C-B8C7-32B8-E5F1570B06B5}"/>
                </a:ext>
              </a:extLst>
            </p:cNvPr>
            <p:cNvGrpSpPr/>
            <p:nvPr/>
          </p:nvGrpSpPr>
          <p:grpSpPr>
            <a:xfrm>
              <a:off x="5670491" y="4210234"/>
              <a:ext cx="744892" cy="674136"/>
              <a:chOff x="5652018" y="139959"/>
              <a:chExt cx="744892" cy="674136"/>
            </a:xfrm>
          </p:grpSpPr>
          <p:grpSp>
            <p:nvGrpSpPr>
              <p:cNvPr id="22" name="Grupo 21">
                <a:extLst>
                  <a:ext uri="{FF2B5EF4-FFF2-40B4-BE49-F238E27FC236}">
                    <a16:creationId xmlns:a16="http://schemas.microsoft.com/office/drawing/2014/main" id="{E5C7B4F9-0A61-8A22-ABB3-E3DBC61102F8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24" name="Elipse 23">
                  <a:extLst>
                    <a:ext uri="{FF2B5EF4-FFF2-40B4-BE49-F238E27FC236}">
                      <a16:creationId xmlns:a16="http://schemas.microsoft.com/office/drawing/2014/main" id="{118EF317-9AF1-E40C-2017-DA0C0F273CA7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25" name="Elipse 24">
                  <a:extLst>
                    <a:ext uri="{FF2B5EF4-FFF2-40B4-BE49-F238E27FC236}">
                      <a16:creationId xmlns:a16="http://schemas.microsoft.com/office/drawing/2014/main" id="{DEC601EC-9374-7553-77DD-871FBB222082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23" name="Arco de bloque 22">
                <a:extLst>
                  <a:ext uri="{FF2B5EF4-FFF2-40B4-BE49-F238E27FC236}">
                    <a16:creationId xmlns:a16="http://schemas.microsoft.com/office/drawing/2014/main" id="{D38B6D82-836A-BFBF-E200-52864F0F65A1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2" name="Grupo 11">
              <a:extLst>
                <a:ext uri="{FF2B5EF4-FFF2-40B4-BE49-F238E27FC236}">
                  <a16:creationId xmlns:a16="http://schemas.microsoft.com/office/drawing/2014/main" id="{8544EF75-2AD0-6BBE-B757-9176142E805D}"/>
                </a:ext>
              </a:extLst>
            </p:cNvPr>
            <p:cNvGrpSpPr/>
            <p:nvPr/>
          </p:nvGrpSpPr>
          <p:grpSpPr>
            <a:xfrm>
              <a:off x="5696341" y="4830379"/>
              <a:ext cx="744892" cy="674136"/>
              <a:chOff x="5652018" y="139959"/>
              <a:chExt cx="744892" cy="674136"/>
            </a:xfrm>
          </p:grpSpPr>
          <p:grpSp>
            <p:nvGrpSpPr>
              <p:cNvPr id="18" name="Grupo 17">
                <a:extLst>
                  <a:ext uri="{FF2B5EF4-FFF2-40B4-BE49-F238E27FC236}">
                    <a16:creationId xmlns:a16="http://schemas.microsoft.com/office/drawing/2014/main" id="{4E0B4CC2-FD8B-D910-4EF0-76149FF7AC71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20" name="Elipse 19">
                  <a:extLst>
                    <a:ext uri="{FF2B5EF4-FFF2-40B4-BE49-F238E27FC236}">
                      <a16:creationId xmlns:a16="http://schemas.microsoft.com/office/drawing/2014/main" id="{5F6B5917-4507-3554-C23E-873F176F86AC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21" name="Elipse 20">
                  <a:extLst>
                    <a:ext uri="{FF2B5EF4-FFF2-40B4-BE49-F238E27FC236}">
                      <a16:creationId xmlns:a16="http://schemas.microsoft.com/office/drawing/2014/main" id="{97F5C3EE-C8ED-AA3F-B7A2-F660796DD127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19" name="Arco de bloque 18">
                <a:extLst>
                  <a:ext uri="{FF2B5EF4-FFF2-40B4-BE49-F238E27FC236}">
                    <a16:creationId xmlns:a16="http://schemas.microsoft.com/office/drawing/2014/main" id="{C012EF9A-B12F-3197-D367-4048E0DEDD95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3" name="Grupo 12">
              <a:extLst>
                <a:ext uri="{FF2B5EF4-FFF2-40B4-BE49-F238E27FC236}">
                  <a16:creationId xmlns:a16="http://schemas.microsoft.com/office/drawing/2014/main" id="{72BB96AE-16D6-DE07-7A23-EE5D4533CCCF}"/>
                </a:ext>
              </a:extLst>
            </p:cNvPr>
            <p:cNvGrpSpPr/>
            <p:nvPr/>
          </p:nvGrpSpPr>
          <p:grpSpPr>
            <a:xfrm>
              <a:off x="5687398" y="5441394"/>
              <a:ext cx="744892" cy="674136"/>
              <a:chOff x="5652018" y="139959"/>
              <a:chExt cx="744892" cy="674136"/>
            </a:xfrm>
          </p:grpSpPr>
          <p:grpSp>
            <p:nvGrpSpPr>
              <p:cNvPr id="14" name="Grupo 13">
                <a:extLst>
                  <a:ext uri="{FF2B5EF4-FFF2-40B4-BE49-F238E27FC236}">
                    <a16:creationId xmlns:a16="http://schemas.microsoft.com/office/drawing/2014/main" id="{0857CC6D-49B5-D241-2D9E-4791AD215890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16" name="Elipse 15">
                  <a:extLst>
                    <a:ext uri="{FF2B5EF4-FFF2-40B4-BE49-F238E27FC236}">
                      <a16:creationId xmlns:a16="http://schemas.microsoft.com/office/drawing/2014/main" id="{4094A46C-3019-95E3-154B-CAB4C092DEFB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17" name="Elipse 16">
                  <a:extLst>
                    <a:ext uri="{FF2B5EF4-FFF2-40B4-BE49-F238E27FC236}">
                      <a16:creationId xmlns:a16="http://schemas.microsoft.com/office/drawing/2014/main" id="{9D552700-E0D7-2708-B7C7-0210ED9D029D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15" name="Arco de bloque 14">
                <a:extLst>
                  <a:ext uri="{FF2B5EF4-FFF2-40B4-BE49-F238E27FC236}">
                    <a16:creationId xmlns:a16="http://schemas.microsoft.com/office/drawing/2014/main" id="{C0CC579D-B38E-18D3-1285-A53A010466A2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60" name="CuadroTexto 59">
            <a:extLst>
              <a:ext uri="{FF2B5EF4-FFF2-40B4-BE49-F238E27FC236}">
                <a16:creationId xmlns:a16="http://schemas.microsoft.com/office/drawing/2014/main" id="{CEEEB774-F200-1C0D-70D4-8D0E07A1E41D}"/>
              </a:ext>
            </a:extLst>
          </p:cNvPr>
          <p:cNvSpPr txBox="1"/>
          <p:nvPr/>
        </p:nvSpPr>
        <p:spPr>
          <a:xfrm>
            <a:off x="293914" y="870857"/>
            <a:ext cx="5307474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oadway" panose="04040905080B02020502" pitchFamily="82" charset="0"/>
              </a:rPr>
              <a:t>Encapsulamiento</a:t>
            </a:r>
          </a:p>
          <a:p>
            <a:pPr algn="just"/>
            <a:r>
              <a:rPr lang="es-ES" sz="1400" b="1" dirty="0">
                <a:latin typeface="Bradley Hand ITC" panose="03070402050302030203" pitchFamily="66" charset="0"/>
              </a:rPr>
              <a:t>En programación O.O. el encapsulamiento es un principio que consiste en ocultar los detalles internos del funcionamiento de un objeto y restringir el acceso directo a algunos de sus componentes, exponiendo solo lo necesario a través de interfaces públicas (métodos).</a:t>
            </a:r>
          </a:p>
          <a:p>
            <a:pPr algn="just"/>
            <a:r>
              <a:rPr lang="es-ES" sz="1400" b="1" dirty="0">
                <a:latin typeface="Bradley Hand ITC" panose="03070402050302030203" pitchFamily="66" charset="0"/>
              </a:rPr>
              <a:t>Definición:</a:t>
            </a:r>
          </a:p>
          <a:p>
            <a:pPr algn="just"/>
            <a:r>
              <a:rPr lang="es-ES" sz="1400" b="1" dirty="0">
                <a:latin typeface="Bradley Hand ITC" panose="03070402050302030203" pitchFamily="66" charset="0"/>
              </a:rPr>
              <a:t>Encapsulamiento es el mecanismo que permite agrupar los datos (atributos) y los métodos que operan sobre esos datos en una sola unidad (clase), y controlar el acceso a ellos para proteger el estado interno del objeto.</a:t>
            </a:r>
          </a:p>
          <a:p>
            <a:pPr algn="just"/>
            <a:r>
              <a:rPr lang="es-ES" sz="1600" b="1" dirty="0">
                <a:solidFill>
                  <a:srgbClr val="C00000"/>
                </a:solidFill>
                <a:latin typeface="Broadway" panose="04040905080B02020502" pitchFamily="82" charset="0"/>
              </a:rPr>
              <a:t>Características: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s-ES" sz="1400" b="1" dirty="0">
                <a:solidFill>
                  <a:srgbClr val="C00000"/>
                </a:solidFill>
                <a:latin typeface="Bradley Hand ITC" panose="03070402050302030203" pitchFamily="66" charset="0"/>
              </a:rPr>
              <a:t>Ocultamiento de datos: </a:t>
            </a:r>
            <a:r>
              <a:rPr lang="es-ES" sz="1400" b="1" dirty="0">
                <a:latin typeface="Bradley Hand ITC" panose="03070402050302030203" pitchFamily="66" charset="0"/>
              </a:rPr>
              <a:t>Los atributos de una clase suelen declararse como privados o protegidos, y lo que se accede directamente a ellos desde fuera de la clase.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s-ES" sz="1400" b="1" dirty="0">
                <a:solidFill>
                  <a:srgbClr val="C00000"/>
                </a:solidFill>
                <a:latin typeface="Bradley Hand ITC" panose="03070402050302030203" pitchFamily="66" charset="0"/>
              </a:rPr>
              <a:t>Control mediante Métodos: </a:t>
            </a:r>
            <a:r>
              <a:rPr lang="es-ES" sz="1400" b="1" dirty="0">
                <a:latin typeface="Bradley Hand ITC" panose="03070402050302030203" pitchFamily="66" charset="0"/>
              </a:rPr>
              <a:t>Se utilizan métodos Públicos (</a:t>
            </a:r>
            <a:r>
              <a:rPr lang="es-ES" sz="1400" b="1" dirty="0" err="1">
                <a:latin typeface="Bradley Hand ITC" panose="03070402050302030203" pitchFamily="66" charset="0"/>
              </a:rPr>
              <a:t>Getters</a:t>
            </a:r>
            <a:r>
              <a:rPr lang="es-ES" sz="1400" b="1" dirty="0">
                <a:latin typeface="Bradley Hand ITC" panose="03070402050302030203" pitchFamily="66" charset="0"/>
              </a:rPr>
              <a:t> y </a:t>
            </a:r>
            <a:r>
              <a:rPr lang="es-ES" sz="1400" b="1" dirty="0" err="1">
                <a:latin typeface="Bradley Hand ITC" panose="03070402050302030203" pitchFamily="66" charset="0"/>
              </a:rPr>
              <a:t>Setters</a:t>
            </a:r>
            <a:r>
              <a:rPr lang="es-ES" sz="1400" b="1" dirty="0">
                <a:latin typeface="Bradley Hand ITC" panose="03070402050302030203" pitchFamily="66" charset="0"/>
              </a:rPr>
              <a:t>) para leer o modificar los atributos, aplicando validaciones si es necesario.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s-ES" sz="1400" b="1" dirty="0">
                <a:solidFill>
                  <a:srgbClr val="C00000"/>
                </a:solidFill>
                <a:latin typeface="Bradley Hand ITC" panose="03070402050302030203" pitchFamily="66" charset="0"/>
              </a:rPr>
              <a:t>Mayor Seguridad y Mantenimiento: </a:t>
            </a:r>
            <a:r>
              <a:rPr lang="es-ES" sz="1400" b="1" dirty="0">
                <a:latin typeface="Bradley Hand ITC" panose="03070402050302030203" pitchFamily="66" charset="0"/>
              </a:rPr>
              <a:t>Al proteger los datos internos se evita que otras partes del programa los modifiquen de forma incorrecta o inesperada.</a:t>
            </a:r>
          </a:p>
          <a:p>
            <a:pPr algn="just"/>
            <a:r>
              <a:rPr lang="es-ES" sz="1600" b="1" dirty="0">
                <a:solidFill>
                  <a:srgbClr val="C00000"/>
                </a:solidFill>
                <a:latin typeface="Broadway" panose="04040905080B02020502" pitchFamily="82" charset="0"/>
              </a:rPr>
              <a:t>Ventajas: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s-ES" sz="1400" b="1" dirty="0">
                <a:latin typeface="Bradley Hand ITC" panose="03070402050302030203" pitchFamily="66" charset="0"/>
              </a:rPr>
              <a:t>Protege la integridad de los datos.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s-ES" sz="1400" b="1" dirty="0">
                <a:latin typeface="Bradley Hand ITC" panose="03070402050302030203" pitchFamily="66" charset="0"/>
              </a:rPr>
              <a:t>Permite cambiar la implementación interna sin afectar el código externo.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s-ES" sz="1400" b="1" dirty="0">
                <a:latin typeface="Bradley Hand ITC" panose="03070402050302030203" pitchFamily="66" charset="0"/>
              </a:rPr>
              <a:t>Favorece el diseño modular y la reutilización de código.</a:t>
            </a:r>
          </a:p>
          <a:p>
            <a:pPr algn="just"/>
            <a:endParaRPr lang="es-ES" sz="1400" b="1" dirty="0">
              <a:latin typeface="Bradley Hand ITC" panose="03070402050302030203" pitchFamily="66" charset="0"/>
            </a:endParaRPr>
          </a:p>
          <a:p>
            <a:endParaRPr lang="es-PE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675733AE-E5C9-3B06-33DA-442854BAC53C}"/>
              </a:ext>
            </a:extLst>
          </p:cNvPr>
          <p:cNvSpPr txBox="1"/>
          <p:nvPr/>
        </p:nvSpPr>
        <p:spPr>
          <a:xfrm>
            <a:off x="6549805" y="933607"/>
            <a:ext cx="5424481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600" b="1" dirty="0">
                <a:solidFill>
                  <a:srgbClr val="0070C0"/>
                </a:solidFill>
                <a:latin typeface="Broadway" panose="04040905080B02020502" pitchFamily="82" charset="0"/>
              </a:rPr>
              <a:t>¿Qué es </a:t>
            </a:r>
            <a:r>
              <a:rPr lang="es-ES" sz="1600" b="1" dirty="0" err="1">
                <a:solidFill>
                  <a:srgbClr val="0070C0"/>
                </a:solidFill>
                <a:latin typeface="Broadway" panose="04040905080B02020502" pitchFamily="82" charset="0"/>
              </a:rPr>
              <a:t>getter?Un</a:t>
            </a:r>
            <a:r>
              <a:rPr lang="es-ES" sz="1600" b="1" dirty="0">
                <a:solidFill>
                  <a:srgbClr val="0070C0"/>
                </a:solidFill>
                <a:latin typeface="Broadway" panose="04040905080B02020502" pitchFamily="82" charset="0"/>
              </a:rPr>
              <a:t> </a:t>
            </a:r>
            <a:r>
              <a:rPr lang="es-ES" sz="1600" b="1" dirty="0" err="1">
                <a:solidFill>
                  <a:srgbClr val="0070C0"/>
                </a:solidFill>
                <a:latin typeface="Broadway" panose="04040905080B02020502" pitchFamily="82" charset="0"/>
              </a:rPr>
              <a:t>getter</a:t>
            </a:r>
            <a:r>
              <a:rPr lang="es-ES" sz="1600" b="1" dirty="0">
                <a:solidFill>
                  <a:srgbClr val="0070C0"/>
                </a:solidFill>
                <a:latin typeface="Broadway" panose="04040905080B02020502" pitchFamily="82" charset="0"/>
              </a:rPr>
              <a:t> </a:t>
            </a:r>
          </a:p>
          <a:p>
            <a:pPr algn="just"/>
            <a:r>
              <a:rPr lang="es-ES" sz="1400" b="1" dirty="0">
                <a:latin typeface="Bradley Hand ITC" panose="03070402050302030203" pitchFamily="66" charset="0"/>
              </a:rPr>
              <a:t>es un método que permite acceder al valor de un atributo privado o protegido de una </a:t>
            </a:r>
            <a:r>
              <a:rPr lang="es-ES" sz="1400" b="1" dirty="0" err="1">
                <a:latin typeface="Bradley Hand ITC" panose="03070402050302030203" pitchFamily="66" charset="0"/>
              </a:rPr>
              <a:t>clase.Su</a:t>
            </a:r>
            <a:r>
              <a:rPr lang="es-ES" sz="1400" b="1" dirty="0">
                <a:latin typeface="Bradley Hand ITC" panose="03070402050302030203" pitchFamily="66" charset="0"/>
              </a:rPr>
              <a:t> función es obtener (retornar) una </a:t>
            </a:r>
            <a:r>
              <a:rPr lang="es-ES" sz="1400" b="1" dirty="0" err="1">
                <a:latin typeface="Bradley Hand ITC" panose="03070402050302030203" pitchFamily="66" charset="0"/>
              </a:rPr>
              <a:t>función.Se</a:t>
            </a:r>
            <a:r>
              <a:rPr lang="es-ES" sz="1400" b="1" dirty="0">
                <a:latin typeface="Bradley Hand ITC" panose="03070402050302030203" pitchFamily="66" charset="0"/>
              </a:rPr>
              <a:t> usa para leer un atributo sin modificarlo directamente.</a:t>
            </a:r>
          </a:p>
          <a:p>
            <a:pPr algn="just"/>
            <a:r>
              <a:rPr lang="es-ES" sz="1600" b="1" dirty="0">
                <a:solidFill>
                  <a:srgbClr val="0070C0"/>
                </a:solidFill>
                <a:latin typeface="Broadway" panose="04040905080B02020502" pitchFamily="82" charset="0"/>
              </a:rPr>
              <a:t>¿Qué es setter?</a:t>
            </a:r>
          </a:p>
          <a:p>
            <a:pPr algn="just"/>
            <a:r>
              <a:rPr lang="es-ES" sz="1400" b="1" dirty="0">
                <a:latin typeface="Bradley Hand ITC" panose="03070402050302030203" pitchFamily="66" charset="0"/>
              </a:rPr>
              <a:t>Un setter es un método que permite modificar el valor de un atributo privado o protegido de una </a:t>
            </a:r>
            <a:r>
              <a:rPr lang="es-ES" sz="1400" b="1" dirty="0" err="1">
                <a:latin typeface="Bradley Hand ITC" panose="03070402050302030203" pitchFamily="66" charset="0"/>
              </a:rPr>
              <a:t>clase.Su</a:t>
            </a:r>
            <a:r>
              <a:rPr lang="es-ES" sz="1400" b="1" dirty="0">
                <a:latin typeface="Bradley Hand ITC" panose="03070402050302030203" pitchFamily="66" charset="0"/>
              </a:rPr>
              <a:t> función es establecer o asignar un nuevo </a:t>
            </a:r>
            <a:r>
              <a:rPr lang="es-ES" sz="1400" b="1" dirty="0" err="1">
                <a:latin typeface="Bradley Hand ITC" panose="03070402050302030203" pitchFamily="66" charset="0"/>
              </a:rPr>
              <a:t>valor.Normalmente</a:t>
            </a:r>
            <a:r>
              <a:rPr lang="es-ES" sz="1400" b="1" dirty="0">
                <a:latin typeface="Bradley Hand ITC" panose="03070402050302030203" pitchFamily="66" charset="0"/>
              </a:rPr>
              <a:t> incluye validaciones para asegurar el valor sea correcto.</a:t>
            </a:r>
          </a:p>
          <a:p>
            <a:pPr algn="just"/>
            <a:endParaRPr lang="es-ES" sz="1400" b="1" dirty="0">
              <a:latin typeface="Bradley Hand ITC" panose="03070402050302030203" pitchFamily="66" charset="0"/>
            </a:endParaRPr>
          </a:p>
          <a:p>
            <a:r>
              <a:rPr lang="es-E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oadway" panose="04040905080B02020502" pitchFamily="82" charset="0"/>
              </a:rPr>
              <a:t>Ejemplo: (19)</a:t>
            </a:r>
          </a:p>
          <a:p>
            <a:r>
              <a:rPr lang="es-ES" sz="1400" b="1" dirty="0">
                <a:latin typeface="Bradley Hand ITC" panose="03070402050302030203" pitchFamily="66" charset="0"/>
              </a:rPr>
              <a:t>Clase: </a:t>
            </a:r>
            <a:r>
              <a:rPr lang="es-ES" sz="1400" b="1" dirty="0" err="1">
                <a:latin typeface="Bradley Hand ITC" panose="03070402050302030203" pitchFamily="66" charset="0"/>
              </a:rPr>
              <a:t>LeerNumero</a:t>
            </a:r>
            <a:r>
              <a:rPr lang="es-ES" sz="1400" b="1" dirty="0">
                <a:latin typeface="Bradley Hand ITC" panose="03070402050302030203" pitchFamily="66" charset="0"/>
              </a:rPr>
              <a:t> </a:t>
            </a:r>
          </a:p>
          <a:p>
            <a:r>
              <a:rPr lang="es-ES" sz="1400" b="1" dirty="0">
                <a:latin typeface="Bradley Hand ITC" panose="03070402050302030203" pitchFamily="66" charset="0"/>
              </a:rPr>
              <a:t>Atributo: Numero </a:t>
            </a:r>
          </a:p>
          <a:p>
            <a:r>
              <a:rPr lang="es-ES" sz="1400" b="1" dirty="0">
                <a:latin typeface="Bradley Hand ITC" panose="03070402050302030203" pitchFamily="66" charset="0"/>
              </a:rPr>
              <a:t>Acción: </a:t>
            </a:r>
            <a:r>
              <a:rPr lang="es-ES" sz="1400" b="1" dirty="0" err="1">
                <a:latin typeface="Bradley Hand ITC" panose="03070402050302030203" pitchFamily="66" charset="0"/>
              </a:rPr>
              <a:t>Rango_Numero</a:t>
            </a:r>
            <a:r>
              <a:rPr lang="es-ES" sz="1400" b="1" dirty="0">
                <a:latin typeface="Bradley Hand ITC" panose="03070402050302030203" pitchFamily="66" charset="0"/>
              </a:rPr>
              <a:t> </a:t>
            </a:r>
          </a:p>
          <a:p>
            <a:r>
              <a:rPr lang="es-ES" sz="1400" b="1" dirty="0">
                <a:latin typeface="Bradley Hand ITC" panose="03070402050302030203" pitchFamily="66" charset="0"/>
              </a:rPr>
              <a:t>Objeto</a:t>
            </a:r>
          </a:p>
          <a:p>
            <a:pPr algn="just"/>
            <a:endParaRPr lang="es-ES" sz="1400" b="1" dirty="0">
              <a:latin typeface="Bradley Hand ITC" panose="03070402050302030203" pitchFamily="66" charset="0"/>
            </a:endParaRPr>
          </a:p>
          <a:p>
            <a:pPr algn="just"/>
            <a:endParaRPr lang="es-PE" sz="1400" b="1" dirty="0">
              <a:latin typeface="Bradley Hand ITC" panose="03070402050302030203" pitchFamily="66" charset="0"/>
            </a:endParaRPr>
          </a:p>
        </p:txBody>
      </p:sp>
      <p:sp>
        <p:nvSpPr>
          <p:cNvPr id="65" name="Rectángulo: esquina doblada 64">
            <a:extLst>
              <a:ext uri="{FF2B5EF4-FFF2-40B4-BE49-F238E27FC236}">
                <a16:creationId xmlns:a16="http://schemas.microsoft.com/office/drawing/2014/main" id="{F14FCBDC-1309-3DF4-1B3E-3F052AE240AB}"/>
              </a:ext>
            </a:extLst>
          </p:cNvPr>
          <p:cNvSpPr/>
          <p:nvPr/>
        </p:nvSpPr>
        <p:spPr>
          <a:xfrm>
            <a:off x="9158973" y="3541212"/>
            <a:ext cx="2122714" cy="1877597"/>
          </a:xfrm>
          <a:prstGeom prst="foldedCorner">
            <a:avLst>
              <a:gd name="adj" fmla="val 16087"/>
            </a:avLst>
          </a:prstGeom>
          <a:solidFill>
            <a:srgbClr val="820000"/>
          </a:solidFill>
          <a:ln>
            <a:solidFill>
              <a:srgbClr val="820000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latin typeface="Bradley Hand ITC" panose="03070402050302030203" pitchFamily="66" charset="0"/>
              </a:rPr>
              <a:t>leer un numero entre 1 al 10 la maquina debe identificar si el numero esta dentro o no</a:t>
            </a:r>
            <a:endParaRPr lang="es-PE" b="1" dirty="0">
              <a:latin typeface="Bradley Hand ITC" panose="03070402050302030203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290375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Imagen 58">
            <a:extLst>
              <a:ext uri="{FF2B5EF4-FFF2-40B4-BE49-F238E27FC236}">
                <a16:creationId xmlns:a16="http://schemas.microsoft.com/office/drawing/2014/main" id="{FC80CE46-024F-B32A-267F-6BEE2EBC9C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6604" y="23322"/>
            <a:ext cx="6031855" cy="6858000"/>
          </a:xfrm>
          <a:prstGeom prst="rect">
            <a:avLst/>
          </a:prstGeom>
        </p:spPr>
      </p:pic>
      <p:pic>
        <p:nvPicPr>
          <p:cNvPr id="58" name="Imagen 57">
            <a:extLst>
              <a:ext uri="{FF2B5EF4-FFF2-40B4-BE49-F238E27FC236}">
                <a16:creationId xmlns:a16="http://schemas.microsoft.com/office/drawing/2014/main" id="{F6AD6516-4520-FD7C-4D07-6921407AF3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3061" y="23322"/>
            <a:ext cx="6031855" cy="6858000"/>
          </a:xfrm>
          <a:prstGeom prst="rect">
            <a:avLst/>
          </a:prstGeom>
        </p:spPr>
      </p:pic>
      <p:grpSp>
        <p:nvGrpSpPr>
          <p:cNvPr id="2" name="Grupo 1">
            <a:extLst>
              <a:ext uri="{FF2B5EF4-FFF2-40B4-BE49-F238E27FC236}">
                <a16:creationId xmlns:a16="http://schemas.microsoft.com/office/drawing/2014/main" id="{5092580F-C9F3-7A31-CE06-9CDC828C12C2}"/>
              </a:ext>
            </a:extLst>
          </p:cNvPr>
          <p:cNvGrpSpPr/>
          <p:nvPr/>
        </p:nvGrpSpPr>
        <p:grpSpPr>
          <a:xfrm>
            <a:off x="5690023" y="559837"/>
            <a:ext cx="811954" cy="5975571"/>
            <a:chOff x="5629279" y="139959"/>
            <a:chExt cx="811954" cy="5975571"/>
          </a:xfrm>
        </p:grpSpPr>
        <p:grpSp>
          <p:nvGrpSpPr>
            <p:cNvPr id="3" name="Grupo 2">
              <a:extLst>
                <a:ext uri="{FF2B5EF4-FFF2-40B4-BE49-F238E27FC236}">
                  <a16:creationId xmlns:a16="http://schemas.microsoft.com/office/drawing/2014/main" id="{4B95AEA8-8337-CA57-B5D5-DDCAB173990E}"/>
                </a:ext>
              </a:extLst>
            </p:cNvPr>
            <p:cNvGrpSpPr/>
            <p:nvPr/>
          </p:nvGrpSpPr>
          <p:grpSpPr>
            <a:xfrm>
              <a:off x="5652018" y="139959"/>
              <a:ext cx="744892" cy="674136"/>
              <a:chOff x="5652018" y="139959"/>
              <a:chExt cx="744892" cy="674136"/>
            </a:xfrm>
          </p:grpSpPr>
          <p:grpSp>
            <p:nvGrpSpPr>
              <p:cNvPr id="54" name="Grupo 53">
                <a:extLst>
                  <a:ext uri="{FF2B5EF4-FFF2-40B4-BE49-F238E27FC236}">
                    <a16:creationId xmlns:a16="http://schemas.microsoft.com/office/drawing/2014/main" id="{93665047-BD38-E8C5-55FA-9AAD57815812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56" name="Elipse 55">
                  <a:extLst>
                    <a:ext uri="{FF2B5EF4-FFF2-40B4-BE49-F238E27FC236}">
                      <a16:creationId xmlns:a16="http://schemas.microsoft.com/office/drawing/2014/main" id="{62C91886-28E8-BC96-6B29-174AA9E63970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57" name="Elipse 56">
                  <a:extLst>
                    <a:ext uri="{FF2B5EF4-FFF2-40B4-BE49-F238E27FC236}">
                      <a16:creationId xmlns:a16="http://schemas.microsoft.com/office/drawing/2014/main" id="{4888716F-7004-D08A-A80F-21E3798D8A3D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55" name="Arco de bloque 54">
                <a:extLst>
                  <a:ext uri="{FF2B5EF4-FFF2-40B4-BE49-F238E27FC236}">
                    <a16:creationId xmlns:a16="http://schemas.microsoft.com/office/drawing/2014/main" id="{FB575EA3-04A9-FD3C-BC70-3DE69A49765A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" name="Grupo 3">
              <a:extLst>
                <a:ext uri="{FF2B5EF4-FFF2-40B4-BE49-F238E27FC236}">
                  <a16:creationId xmlns:a16="http://schemas.microsoft.com/office/drawing/2014/main" id="{C6718C26-251E-81D1-0E67-FFBB26BC2CFA}"/>
                </a:ext>
              </a:extLst>
            </p:cNvPr>
            <p:cNvGrpSpPr/>
            <p:nvPr/>
          </p:nvGrpSpPr>
          <p:grpSpPr>
            <a:xfrm>
              <a:off x="5674767" y="2358308"/>
              <a:ext cx="744892" cy="674136"/>
              <a:chOff x="5652018" y="139959"/>
              <a:chExt cx="744892" cy="674136"/>
            </a:xfrm>
          </p:grpSpPr>
          <p:grpSp>
            <p:nvGrpSpPr>
              <p:cNvPr id="50" name="Grupo 49">
                <a:extLst>
                  <a:ext uri="{FF2B5EF4-FFF2-40B4-BE49-F238E27FC236}">
                    <a16:creationId xmlns:a16="http://schemas.microsoft.com/office/drawing/2014/main" id="{E7BBE651-8EAD-8508-7716-9CBFC28ECEE6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52" name="Elipse 51">
                  <a:extLst>
                    <a:ext uri="{FF2B5EF4-FFF2-40B4-BE49-F238E27FC236}">
                      <a16:creationId xmlns:a16="http://schemas.microsoft.com/office/drawing/2014/main" id="{FCF6D69A-3B48-DCCD-3A93-1DCB16EADB4F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53" name="Elipse 52">
                  <a:extLst>
                    <a:ext uri="{FF2B5EF4-FFF2-40B4-BE49-F238E27FC236}">
                      <a16:creationId xmlns:a16="http://schemas.microsoft.com/office/drawing/2014/main" id="{10002A2D-2DF6-5BEA-A3F5-154009179BB1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51" name="Arco de bloque 50">
                <a:extLst>
                  <a:ext uri="{FF2B5EF4-FFF2-40B4-BE49-F238E27FC236}">
                    <a16:creationId xmlns:a16="http://schemas.microsoft.com/office/drawing/2014/main" id="{D8A32F20-042B-F576-8122-156FF5B60DC7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" name="Grupo 4">
              <a:extLst>
                <a:ext uri="{FF2B5EF4-FFF2-40B4-BE49-F238E27FC236}">
                  <a16:creationId xmlns:a16="http://schemas.microsoft.com/office/drawing/2014/main" id="{6C6C5A30-1B92-ED63-D49F-6B6905A94EBC}"/>
                </a:ext>
              </a:extLst>
            </p:cNvPr>
            <p:cNvGrpSpPr/>
            <p:nvPr/>
          </p:nvGrpSpPr>
          <p:grpSpPr>
            <a:xfrm>
              <a:off x="5650853" y="1167491"/>
              <a:ext cx="744892" cy="674136"/>
              <a:chOff x="5652018" y="139959"/>
              <a:chExt cx="744892" cy="674136"/>
            </a:xfrm>
          </p:grpSpPr>
          <p:grpSp>
            <p:nvGrpSpPr>
              <p:cNvPr id="46" name="Grupo 45">
                <a:extLst>
                  <a:ext uri="{FF2B5EF4-FFF2-40B4-BE49-F238E27FC236}">
                    <a16:creationId xmlns:a16="http://schemas.microsoft.com/office/drawing/2014/main" id="{C3F6F9F4-18B8-BE2D-1C87-D43463341784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48" name="Elipse 47">
                  <a:extLst>
                    <a:ext uri="{FF2B5EF4-FFF2-40B4-BE49-F238E27FC236}">
                      <a16:creationId xmlns:a16="http://schemas.microsoft.com/office/drawing/2014/main" id="{E5F010A5-0791-6064-8A44-D0A50EA953F2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49" name="Elipse 48">
                  <a:extLst>
                    <a:ext uri="{FF2B5EF4-FFF2-40B4-BE49-F238E27FC236}">
                      <a16:creationId xmlns:a16="http://schemas.microsoft.com/office/drawing/2014/main" id="{067D677F-1BC1-748A-E36A-57E2C182A679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47" name="Arco de bloque 46">
                <a:extLst>
                  <a:ext uri="{FF2B5EF4-FFF2-40B4-BE49-F238E27FC236}">
                    <a16:creationId xmlns:a16="http://schemas.microsoft.com/office/drawing/2014/main" id="{3921AFD5-BAB6-062C-4509-E22C990EDF86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DE198F09-0906-0654-5602-D4EDEE1E77DA}"/>
                </a:ext>
              </a:extLst>
            </p:cNvPr>
            <p:cNvGrpSpPr/>
            <p:nvPr/>
          </p:nvGrpSpPr>
          <p:grpSpPr>
            <a:xfrm>
              <a:off x="5629279" y="1726160"/>
              <a:ext cx="744892" cy="674136"/>
              <a:chOff x="5652018" y="139959"/>
              <a:chExt cx="744892" cy="674136"/>
            </a:xfrm>
          </p:grpSpPr>
          <p:grpSp>
            <p:nvGrpSpPr>
              <p:cNvPr id="42" name="Grupo 41">
                <a:extLst>
                  <a:ext uri="{FF2B5EF4-FFF2-40B4-BE49-F238E27FC236}">
                    <a16:creationId xmlns:a16="http://schemas.microsoft.com/office/drawing/2014/main" id="{0EE06140-DD3F-87F9-1DCA-DDEBC6C78AA3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44" name="Elipse 43">
                  <a:extLst>
                    <a:ext uri="{FF2B5EF4-FFF2-40B4-BE49-F238E27FC236}">
                      <a16:creationId xmlns:a16="http://schemas.microsoft.com/office/drawing/2014/main" id="{DAE66BA5-A8A8-CA02-9E33-BD93B4FD068C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45" name="Elipse 44">
                  <a:extLst>
                    <a:ext uri="{FF2B5EF4-FFF2-40B4-BE49-F238E27FC236}">
                      <a16:creationId xmlns:a16="http://schemas.microsoft.com/office/drawing/2014/main" id="{609272F6-F6CC-8863-A398-582BF5469F06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43" name="Arco de bloque 42">
                <a:extLst>
                  <a:ext uri="{FF2B5EF4-FFF2-40B4-BE49-F238E27FC236}">
                    <a16:creationId xmlns:a16="http://schemas.microsoft.com/office/drawing/2014/main" id="{C2C51091-091C-C848-6B89-C871F768895B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7" name="Grupo 6">
              <a:extLst>
                <a:ext uri="{FF2B5EF4-FFF2-40B4-BE49-F238E27FC236}">
                  <a16:creationId xmlns:a16="http://schemas.microsoft.com/office/drawing/2014/main" id="{CCE47B9F-8092-F9CC-0FE6-3562BDED6FBC}"/>
                </a:ext>
              </a:extLst>
            </p:cNvPr>
            <p:cNvGrpSpPr/>
            <p:nvPr/>
          </p:nvGrpSpPr>
          <p:grpSpPr>
            <a:xfrm>
              <a:off x="5653963" y="658000"/>
              <a:ext cx="744892" cy="674136"/>
              <a:chOff x="5652018" y="139959"/>
              <a:chExt cx="744892" cy="674136"/>
            </a:xfrm>
          </p:grpSpPr>
          <p:grpSp>
            <p:nvGrpSpPr>
              <p:cNvPr id="38" name="Grupo 37">
                <a:extLst>
                  <a:ext uri="{FF2B5EF4-FFF2-40B4-BE49-F238E27FC236}">
                    <a16:creationId xmlns:a16="http://schemas.microsoft.com/office/drawing/2014/main" id="{3A8DA23F-66EA-0E3E-861F-2175966FBF12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40" name="Elipse 39">
                  <a:extLst>
                    <a:ext uri="{FF2B5EF4-FFF2-40B4-BE49-F238E27FC236}">
                      <a16:creationId xmlns:a16="http://schemas.microsoft.com/office/drawing/2014/main" id="{EEB902FB-D9D9-66EE-966B-127A549257A5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41" name="Elipse 40">
                  <a:extLst>
                    <a:ext uri="{FF2B5EF4-FFF2-40B4-BE49-F238E27FC236}">
                      <a16:creationId xmlns:a16="http://schemas.microsoft.com/office/drawing/2014/main" id="{CC290B7E-FF9B-0BBC-5068-5FF620690D44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39" name="Arco de bloque 38">
                <a:extLst>
                  <a:ext uri="{FF2B5EF4-FFF2-40B4-BE49-F238E27FC236}">
                    <a16:creationId xmlns:a16="http://schemas.microsoft.com/office/drawing/2014/main" id="{67B139A8-0A57-975A-00DB-63E9BC6303E6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8" name="Grupo 7">
              <a:extLst>
                <a:ext uri="{FF2B5EF4-FFF2-40B4-BE49-F238E27FC236}">
                  <a16:creationId xmlns:a16="http://schemas.microsoft.com/office/drawing/2014/main" id="{F96D3788-AE33-E16F-787C-2299051F065E}"/>
                </a:ext>
              </a:extLst>
            </p:cNvPr>
            <p:cNvGrpSpPr/>
            <p:nvPr/>
          </p:nvGrpSpPr>
          <p:grpSpPr>
            <a:xfrm>
              <a:off x="5652799" y="608822"/>
              <a:ext cx="744892" cy="674136"/>
              <a:chOff x="5652018" y="139959"/>
              <a:chExt cx="744892" cy="674136"/>
            </a:xfrm>
          </p:grpSpPr>
          <p:grpSp>
            <p:nvGrpSpPr>
              <p:cNvPr id="34" name="Grupo 33">
                <a:extLst>
                  <a:ext uri="{FF2B5EF4-FFF2-40B4-BE49-F238E27FC236}">
                    <a16:creationId xmlns:a16="http://schemas.microsoft.com/office/drawing/2014/main" id="{02B2F13B-384D-61C9-55A9-AB3A5F78481E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36" name="Elipse 35">
                  <a:extLst>
                    <a:ext uri="{FF2B5EF4-FFF2-40B4-BE49-F238E27FC236}">
                      <a16:creationId xmlns:a16="http://schemas.microsoft.com/office/drawing/2014/main" id="{0E53C8FC-1BC4-CC29-9A54-FCB5A500C2F9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37" name="Elipse 36">
                  <a:extLst>
                    <a:ext uri="{FF2B5EF4-FFF2-40B4-BE49-F238E27FC236}">
                      <a16:creationId xmlns:a16="http://schemas.microsoft.com/office/drawing/2014/main" id="{FA27FEC3-1C12-B756-AADD-96A764513C35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35" name="Arco de bloque 34">
                <a:extLst>
                  <a:ext uri="{FF2B5EF4-FFF2-40B4-BE49-F238E27FC236}">
                    <a16:creationId xmlns:a16="http://schemas.microsoft.com/office/drawing/2014/main" id="{763EFA9A-04D5-BB58-140D-46BECEF6A3DC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9BF74C04-7A15-F091-E9AE-BDEC589E38E3}"/>
                </a:ext>
              </a:extLst>
            </p:cNvPr>
            <p:cNvGrpSpPr/>
            <p:nvPr/>
          </p:nvGrpSpPr>
          <p:grpSpPr>
            <a:xfrm>
              <a:off x="5656494" y="2956438"/>
              <a:ext cx="744892" cy="674136"/>
              <a:chOff x="5652018" y="139959"/>
              <a:chExt cx="744892" cy="674136"/>
            </a:xfrm>
          </p:grpSpPr>
          <p:grpSp>
            <p:nvGrpSpPr>
              <p:cNvPr id="30" name="Grupo 29">
                <a:extLst>
                  <a:ext uri="{FF2B5EF4-FFF2-40B4-BE49-F238E27FC236}">
                    <a16:creationId xmlns:a16="http://schemas.microsoft.com/office/drawing/2014/main" id="{92000BFD-905B-982E-5361-984A12D0B399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32" name="Elipse 31">
                  <a:extLst>
                    <a:ext uri="{FF2B5EF4-FFF2-40B4-BE49-F238E27FC236}">
                      <a16:creationId xmlns:a16="http://schemas.microsoft.com/office/drawing/2014/main" id="{99A34AC8-28A1-CD81-F561-FF20E0A00837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33" name="Elipse 32">
                  <a:extLst>
                    <a:ext uri="{FF2B5EF4-FFF2-40B4-BE49-F238E27FC236}">
                      <a16:creationId xmlns:a16="http://schemas.microsoft.com/office/drawing/2014/main" id="{8FD7C52E-9D83-95EE-AC02-B1D931867B46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31" name="Arco de bloque 30">
                <a:extLst>
                  <a:ext uri="{FF2B5EF4-FFF2-40B4-BE49-F238E27FC236}">
                    <a16:creationId xmlns:a16="http://schemas.microsoft.com/office/drawing/2014/main" id="{DDD36446-24AD-7DF1-A251-0491F40189DB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F393EBBA-CC0B-46B0-BE7B-71EE9867BA7F}"/>
                </a:ext>
              </a:extLst>
            </p:cNvPr>
            <p:cNvGrpSpPr/>
            <p:nvPr/>
          </p:nvGrpSpPr>
          <p:grpSpPr>
            <a:xfrm>
              <a:off x="5653193" y="3582761"/>
              <a:ext cx="744892" cy="674136"/>
              <a:chOff x="5652018" y="139959"/>
              <a:chExt cx="744892" cy="674136"/>
            </a:xfrm>
          </p:grpSpPr>
          <p:grpSp>
            <p:nvGrpSpPr>
              <p:cNvPr id="26" name="Grupo 25">
                <a:extLst>
                  <a:ext uri="{FF2B5EF4-FFF2-40B4-BE49-F238E27FC236}">
                    <a16:creationId xmlns:a16="http://schemas.microsoft.com/office/drawing/2014/main" id="{536BA60D-C87F-ACAA-D77B-11CEC101B285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28" name="Elipse 27">
                  <a:extLst>
                    <a:ext uri="{FF2B5EF4-FFF2-40B4-BE49-F238E27FC236}">
                      <a16:creationId xmlns:a16="http://schemas.microsoft.com/office/drawing/2014/main" id="{A4FB864F-3111-8358-27CE-9116453E54D1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29" name="Elipse 28">
                  <a:extLst>
                    <a:ext uri="{FF2B5EF4-FFF2-40B4-BE49-F238E27FC236}">
                      <a16:creationId xmlns:a16="http://schemas.microsoft.com/office/drawing/2014/main" id="{6F51D2D5-62CD-0EF4-5BBD-E37950C7A8FA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27" name="Arco de bloque 26">
                <a:extLst>
                  <a:ext uri="{FF2B5EF4-FFF2-40B4-BE49-F238E27FC236}">
                    <a16:creationId xmlns:a16="http://schemas.microsoft.com/office/drawing/2014/main" id="{823688EC-1CBE-47E8-4F9F-9E98433D48B4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1" name="Grupo 10">
              <a:extLst>
                <a:ext uri="{FF2B5EF4-FFF2-40B4-BE49-F238E27FC236}">
                  <a16:creationId xmlns:a16="http://schemas.microsoft.com/office/drawing/2014/main" id="{DBBE44D8-577C-B8C7-32B8-E5F1570B06B5}"/>
                </a:ext>
              </a:extLst>
            </p:cNvPr>
            <p:cNvGrpSpPr/>
            <p:nvPr/>
          </p:nvGrpSpPr>
          <p:grpSpPr>
            <a:xfrm>
              <a:off x="5670491" y="4210234"/>
              <a:ext cx="744892" cy="674136"/>
              <a:chOff x="5652018" y="139959"/>
              <a:chExt cx="744892" cy="674136"/>
            </a:xfrm>
          </p:grpSpPr>
          <p:grpSp>
            <p:nvGrpSpPr>
              <p:cNvPr id="22" name="Grupo 21">
                <a:extLst>
                  <a:ext uri="{FF2B5EF4-FFF2-40B4-BE49-F238E27FC236}">
                    <a16:creationId xmlns:a16="http://schemas.microsoft.com/office/drawing/2014/main" id="{E5C7B4F9-0A61-8A22-ABB3-E3DBC61102F8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24" name="Elipse 23">
                  <a:extLst>
                    <a:ext uri="{FF2B5EF4-FFF2-40B4-BE49-F238E27FC236}">
                      <a16:creationId xmlns:a16="http://schemas.microsoft.com/office/drawing/2014/main" id="{118EF317-9AF1-E40C-2017-DA0C0F273CA7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25" name="Elipse 24">
                  <a:extLst>
                    <a:ext uri="{FF2B5EF4-FFF2-40B4-BE49-F238E27FC236}">
                      <a16:creationId xmlns:a16="http://schemas.microsoft.com/office/drawing/2014/main" id="{DEC601EC-9374-7553-77DD-871FBB222082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23" name="Arco de bloque 22">
                <a:extLst>
                  <a:ext uri="{FF2B5EF4-FFF2-40B4-BE49-F238E27FC236}">
                    <a16:creationId xmlns:a16="http://schemas.microsoft.com/office/drawing/2014/main" id="{D38B6D82-836A-BFBF-E200-52864F0F65A1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2" name="Grupo 11">
              <a:extLst>
                <a:ext uri="{FF2B5EF4-FFF2-40B4-BE49-F238E27FC236}">
                  <a16:creationId xmlns:a16="http://schemas.microsoft.com/office/drawing/2014/main" id="{8544EF75-2AD0-6BBE-B757-9176142E805D}"/>
                </a:ext>
              </a:extLst>
            </p:cNvPr>
            <p:cNvGrpSpPr/>
            <p:nvPr/>
          </p:nvGrpSpPr>
          <p:grpSpPr>
            <a:xfrm>
              <a:off x="5696341" y="4830379"/>
              <a:ext cx="744892" cy="674136"/>
              <a:chOff x="5652018" y="139959"/>
              <a:chExt cx="744892" cy="674136"/>
            </a:xfrm>
          </p:grpSpPr>
          <p:grpSp>
            <p:nvGrpSpPr>
              <p:cNvPr id="18" name="Grupo 17">
                <a:extLst>
                  <a:ext uri="{FF2B5EF4-FFF2-40B4-BE49-F238E27FC236}">
                    <a16:creationId xmlns:a16="http://schemas.microsoft.com/office/drawing/2014/main" id="{4E0B4CC2-FD8B-D910-4EF0-76149FF7AC71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20" name="Elipse 19">
                  <a:extLst>
                    <a:ext uri="{FF2B5EF4-FFF2-40B4-BE49-F238E27FC236}">
                      <a16:creationId xmlns:a16="http://schemas.microsoft.com/office/drawing/2014/main" id="{5F6B5917-4507-3554-C23E-873F176F86AC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21" name="Elipse 20">
                  <a:extLst>
                    <a:ext uri="{FF2B5EF4-FFF2-40B4-BE49-F238E27FC236}">
                      <a16:creationId xmlns:a16="http://schemas.microsoft.com/office/drawing/2014/main" id="{97F5C3EE-C8ED-AA3F-B7A2-F660796DD127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19" name="Arco de bloque 18">
                <a:extLst>
                  <a:ext uri="{FF2B5EF4-FFF2-40B4-BE49-F238E27FC236}">
                    <a16:creationId xmlns:a16="http://schemas.microsoft.com/office/drawing/2014/main" id="{C012EF9A-B12F-3197-D367-4048E0DEDD95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3" name="Grupo 12">
              <a:extLst>
                <a:ext uri="{FF2B5EF4-FFF2-40B4-BE49-F238E27FC236}">
                  <a16:creationId xmlns:a16="http://schemas.microsoft.com/office/drawing/2014/main" id="{72BB96AE-16D6-DE07-7A23-EE5D4533CCCF}"/>
                </a:ext>
              </a:extLst>
            </p:cNvPr>
            <p:cNvGrpSpPr/>
            <p:nvPr/>
          </p:nvGrpSpPr>
          <p:grpSpPr>
            <a:xfrm>
              <a:off x="5687398" y="5441394"/>
              <a:ext cx="744892" cy="674136"/>
              <a:chOff x="5652018" y="139959"/>
              <a:chExt cx="744892" cy="674136"/>
            </a:xfrm>
          </p:grpSpPr>
          <p:grpSp>
            <p:nvGrpSpPr>
              <p:cNvPr id="14" name="Grupo 13">
                <a:extLst>
                  <a:ext uri="{FF2B5EF4-FFF2-40B4-BE49-F238E27FC236}">
                    <a16:creationId xmlns:a16="http://schemas.microsoft.com/office/drawing/2014/main" id="{0857CC6D-49B5-D241-2D9E-4791AD215890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16" name="Elipse 15">
                  <a:extLst>
                    <a:ext uri="{FF2B5EF4-FFF2-40B4-BE49-F238E27FC236}">
                      <a16:creationId xmlns:a16="http://schemas.microsoft.com/office/drawing/2014/main" id="{4094A46C-3019-95E3-154B-CAB4C092DEFB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17" name="Elipse 16">
                  <a:extLst>
                    <a:ext uri="{FF2B5EF4-FFF2-40B4-BE49-F238E27FC236}">
                      <a16:creationId xmlns:a16="http://schemas.microsoft.com/office/drawing/2014/main" id="{9D552700-E0D7-2708-B7C7-0210ED9D029D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15" name="Arco de bloque 14">
                <a:extLst>
                  <a:ext uri="{FF2B5EF4-FFF2-40B4-BE49-F238E27FC236}">
                    <a16:creationId xmlns:a16="http://schemas.microsoft.com/office/drawing/2014/main" id="{C0CC579D-B38E-18D3-1285-A53A010466A2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60" name="CuadroTexto 59">
            <a:extLst>
              <a:ext uri="{FF2B5EF4-FFF2-40B4-BE49-F238E27FC236}">
                <a16:creationId xmlns:a16="http://schemas.microsoft.com/office/drawing/2014/main" id="{8F7405BC-CF13-10D6-012E-55445E2D1D79}"/>
              </a:ext>
            </a:extLst>
          </p:cNvPr>
          <p:cNvSpPr txBox="1"/>
          <p:nvPr/>
        </p:nvSpPr>
        <p:spPr>
          <a:xfrm>
            <a:off x="217714" y="970384"/>
            <a:ext cx="5138057" cy="5416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oadway" panose="04040905080B02020502" pitchFamily="82" charset="0"/>
              </a:rPr>
              <a:t>Ejemplo (20)</a:t>
            </a:r>
          </a:p>
          <a:p>
            <a:pPr algn="just"/>
            <a:r>
              <a:rPr lang="es-ES" sz="1600" b="1" dirty="0">
                <a:latin typeface="Bradley Hand ITC" panose="03070402050302030203" pitchFamily="66" charset="0"/>
              </a:rPr>
              <a:t>Clase: Persona </a:t>
            </a:r>
          </a:p>
          <a:p>
            <a:pPr algn="just"/>
            <a:r>
              <a:rPr lang="es-ES" sz="1600" b="1" dirty="0">
                <a:latin typeface="Bradley Hand ITC" panose="03070402050302030203" pitchFamily="66" charset="0"/>
              </a:rPr>
              <a:t>Atributo: nombre, edad </a:t>
            </a:r>
          </a:p>
          <a:p>
            <a:pPr algn="just"/>
            <a:r>
              <a:rPr lang="es-ES" sz="1600" b="1" dirty="0">
                <a:latin typeface="Bradley Hand ITC" panose="03070402050302030203" pitchFamily="66" charset="0"/>
              </a:rPr>
              <a:t>Acción: </a:t>
            </a:r>
            <a:r>
              <a:rPr lang="es-ES" sz="1600" b="1" dirty="0" err="1">
                <a:latin typeface="Bradley Hand ITC" panose="03070402050302030203" pitchFamily="66" charset="0"/>
              </a:rPr>
              <a:t>get</a:t>
            </a:r>
            <a:r>
              <a:rPr lang="es-ES" sz="1600" b="1" dirty="0">
                <a:latin typeface="Bradley Hand ITC" panose="03070402050302030203" pitchFamily="66" charset="0"/>
              </a:rPr>
              <a:t>, set (nombre, edad) </a:t>
            </a:r>
          </a:p>
          <a:p>
            <a:pPr algn="just"/>
            <a:r>
              <a:rPr lang="es-ES" sz="1600" b="1" dirty="0">
                <a:latin typeface="Bradley Hand ITC" panose="03070402050302030203" pitchFamily="66" charset="0"/>
              </a:rPr>
              <a:t>Objeto: persona = Persona("Ana", 30)</a:t>
            </a:r>
          </a:p>
          <a:p>
            <a:pPr algn="just"/>
            <a:r>
              <a:rPr lang="es-PE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oadway" panose="04040905080B02020502" pitchFamily="82" charset="0"/>
              </a:rPr>
              <a:t>Ejemplo (21)</a:t>
            </a:r>
          </a:p>
          <a:p>
            <a:pPr algn="just"/>
            <a:r>
              <a:rPr lang="es-PE" sz="1600" b="1" dirty="0">
                <a:latin typeface="Bradley Hand ITC" panose="03070402050302030203" pitchFamily="66" charset="0"/>
              </a:rPr>
              <a:t>Clase: Círculo </a:t>
            </a:r>
          </a:p>
          <a:p>
            <a:pPr algn="just"/>
            <a:r>
              <a:rPr lang="es-PE" sz="1600" b="1" dirty="0">
                <a:latin typeface="Bradley Hand ITC" panose="03070402050302030203" pitchFamily="66" charset="0"/>
              </a:rPr>
              <a:t>Atributo: radio </a:t>
            </a:r>
          </a:p>
          <a:p>
            <a:pPr algn="just"/>
            <a:r>
              <a:rPr lang="es-PE" sz="1600" b="1" dirty="0">
                <a:latin typeface="Bradley Hand ITC" panose="03070402050302030203" pitchFamily="66" charset="0"/>
              </a:rPr>
              <a:t>Acción: </a:t>
            </a:r>
            <a:r>
              <a:rPr lang="es-PE" sz="1600" b="1" dirty="0" err="1">
                <a:latin typeface="Bradley Hand ITC" panose="03070402050302030203" pitchFamily="66" charset="0"/>
              </a:rPr>
              <a:t>calcular_area</a:t>
            </a:r>
            <a:r>
              <a:rPr lang="es-PE" sz="1600" b="1" dirty="0">
                <a:latin typeface="Bradley Hand ITC" panose="03070402050302030203" pitchFamily="66" charset="0"/>
              </a:rPr>
              <a:t>, </a:t>
            </a:r>
            <a:r>
              <a:rPr lang="es-PE" sz="1600" b="1" dirty="0" err="1">
                <a:latin typeface="Bradley Hand ITC" panose="03070402050302030203" pitchFamily="66" charset="0"/>
              </a:rPr>
              <a:t>calcular_perimetro</a:t>
            </a:r>
            <a:r>
              <a:rPr lang="es-PE" sz="1600" b="1" dirty="0">
                <a:latin typeface="Bradley Hand ITC" panose="03070402050302030203" pitchFamily="66" charset="0"/>
              </a:rPr>
              <a:t> </a:t>
            </a:r>
          </a:p>
          <a:p>
            <a:pPr algn="just"/>
            <a:r>
              <a:rPr lang="es-PE" sz="1600" b="1" dirty="0">
                <a:latin typeface="Bradley Hand ITC" panose="03070402050302030203" pitchFamily="66" charset="0"/>
              </a:rPr>
              <a:t>Objeto: circulo = Circulo(3)</a:t>
            </a:r>
          </a:p>
          <a:p>
            <a:pPr algn="just"/>
            <a:r>
              <a:rPr lang="es-E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oadway" panose="04040905080B02020502" pitchFamily="82" charset="0"/>
              </a:rPr>
              <a:t>Ejemplo (22)</a:t>
            </a:r>
          </a:p>
          <a:p>
            <a:pPr algn="just"/>
            <a:r>
              <a:rPr lang="es-ES" sz="1600" b="1" dirty="0">
                <a:latin typeface="Bradley Hand ITC" panose="03070402050302030203" pitchFamily="66" charset="0"/>
              </a:rPr>
              <a:t>Clase: </a:t>
            </a:r>
            <a:r>
              <a:rPr lang="es-ES" sz="1600" b="1" dirty="0" err="1">
                <a:latin typeface="Bradley Hand ITC" panose="03070402050302030203" pitchFamily="66" charset="0"/>
              </a:rPr>
              <a:t>Rectangulo</a:t>
            </a:r>
            <a:r>
              <a:rPr lang="es-ES" sz="1600" b="1" dirty="0">
                <a:latin typeface="Bradley Hand ITC" panose="03070402050302030203" pitchFamily="66" charset="0"/>
              </a:rPr>
              <a:t> </a:t>
            </a:r>
          </a:p>
          <a:p>
            <a:pPr algn="just"/>
            <a:r>
              <a:rPr lang="es-ES" sz="1600" b="1" dirty="0">
                <a:latin typeface="Bradley Hand ITC" panose="03070402050302030203" pitchFamily="66" charset="0"/>
              </a:rPr>
              <a:t>Atributo: base, altura </a:t>
            </a:r>
          </a:p>
          <a:p>
            <a:pPr algn="just"/>
            <a:r>
              <a:rPr lang="es-ES" sz="1600" b="1" dirty="0">
                <a:latin typeface="Bradley Hand ITC" panose="03070402050302030203" pitchFamily="66" charset="0"/>
              </a:rPr>
              <a:t>Acción: </a:t>
            </a:r>
            <a:r>
              <a:rPr lang="es-ES" sz="1600" b="1" dirty="0" err="1">
                <a:latin typeface="Bradley Hand ITC" panose="03070402050302030203" pitchFamily="66" charset="0"/>
              </a:rPr>
              <a:t>calcular_area</a:t>
            </a:r>
            <a:r>
              <a:rPr lang="es-ES" sz="1600" b="1" dirty="0">
                <a:latin typeface="Bradley Hand ITC" panose="03070402050302030203" pitchFamily="66" charset="0"/>
              </a:rPr>
              <a:t>, </a:t>
            </a:r>
            <a:r>
              <a:rPr lang="es-ES" sz="1600" b="1" dirty="0" err="1">
                <a:latin typeface="Bradley Hand ITC" panose="03070402050302030203" pitchFamily="66" charset="0"/>
              </a:rPr>
              <a:t>calcular_perimetro</a:t>
            </a:r>
            <a:r>
              <a:rPr lang="es-ES" sz="1600" b="1" dirty="0">
                <a:latin typeface="Bradley Hand ITC" panose="03070402050302030203" pitchFamily="66" charset="0"/>
              </a:rPr>
              <a:t> </a:t>
            </a:r>
          </a:p>
          <a:p>
            <a:pPr algn="just"/>
            <a:r>
              <a:rPr lang="es-ES" sz="1600" b="1" dirty="0">
                <a:latin typeface="Bradley Hand ITC" panose="03070402050302030203" pitchFamily="66" charset="0"/>
              </a:rPr>
              <a:t>Objeto: </a:t>
            </a:r>
            <a:r>
              <a:rPr lang="es-ES" sz="1600" b="1" dirty="0" err="1">
                <a:latin typeface="Bradley Hand ITC" panose="03070402050302030203" pitchFamily="66" charset="0"/>
              </a:rPr>
              <a:t>rectangulo</a:t>
            </a:r>
            <a:r>
              <a:rPr lang="es-ES" sz="1600" b="1" dirty="0">
                <a:latin typeface="Bradley Hand ITC" panose="03070402050302030203" pitchFamily="66" charset="0"/>
              </a:rPr>
              <a:t> = </a:t>
            </a:r>
            <a:r>
              <a:rPr lang="es-ES" sz="1600" b="1" dirty="0" err="1">
                <a:latin typeface="Bradley Hand ITC" panose="03070402050302030203" pitchFamily="66" charset="0"/>
              </a:rPr>
              <a:t>Rectangulo</a:t>
            </a:r>
            <a:r>
              <a:rPr lang="es-ES" sz="1600" b="1" dirty="0">
                <a:latin typeface="Bradley Hand ITC" panose="03070402050302030203" pitchFamily="66" charset="0"/>
              </a:rPr>
              <a:t> (5, 4)</a:t>
            </a:r>
          </a:p>
          <a:p>
            <a:pPr algn="just"/>
            <a:r>
              <a:rPr lang="es-ES" b="1" dirty="0">
                <a:solidFill>
                  <a:srgbClr val="C00000"/>
                </a:solidFill>
                <a:latin typeface="Broadway" panose="04040905080B02020502" pitchFamily="82" charset="0"/>
              </a:rPr>
              <a:t>Ejemplo (23)</a:t>
            </a:r>
          </a:p>
          <a:p>
            <a:pPr algn="just"/>
            <a:r>
              <a:rPr lang="es-ES" sz="1600" b="1" dirty="0">
                <a:latin typeface="Bradley Hand ITC" panose="03070402050302030203" pitchFamily="66" charset="0"/>
              </a:rPr>
              <a:t>Clase: Calculadora </a:t>
            </a:r>
          </a:p>
          <a:p>
            <a:pPr algn="just"/>
            <a:r>
              <a:rPr lang="es-ES" sz="1600" b="1" dirty="0">
                <a:latin typeface="Bradley Hand ITC" panose="03070402050302030203" pitchFamily="66" charset="0"/>
              </a:rPr>
              <a:t>Atributo: Numero 1, Numero 2 </a:t>
            </a:r>
          </a:p>
          <a:p>
            <a:pPr algn="just"/>
            <a:r>
              <a:rPr lang="es-ES" sz="1600" b="1" dirty="0">
                <a:latin typeface="Bradley Hand ITC" panose="03070402050302030203" pitchFamily="66" charset="0"/>
              </a:rPr>
              <a:t>Acción: Suma(), Resta(), </a:t>
            </a:r>
            <a:r>
              <a:rPr lang="es-ES" sz="1600" b="1" dirty="0" err="1">
                <a:latin typeface="Bradley Hand ITC" panose="03070402050302030203" pitchFamily="66" charset="0"/>
              </a:rPr>
              <a:t>Multiplicacion</a:t>
            </a:r>
            <a:r>
              <a:rPr lang="es-ES" sz="1600" b="1" dirty="0">
                <a:latin typeface="Bradley Hand ITC" panose="03070402050302030203" pitchFamily="66" charset="0"/>
              </a:rPr>
              <a:t>(), </a:t>
            </a:r>
            <a:r>
              <a:rPr lang="es-ES" sz="1600" b="1" dirty="0" err="1">
                <a:latin typeface="Bradley Hand ITC" panose="03070402050302030203" pitchFamily="66" charset="0"/>
              </a:rPr>
              <a:t>Division</a:t>
            </a:r>
            <a:r>
              <a:rPr lang="es-ES" sz="1600" b="1" dirty="0">
                <a:latin typeface="Bradley Hand ITC" panose="03070402050302030203" pitchFamily="66" charset="0"/>
              </a:rPr>
              <a:t>() Objeto: calculadora = Calculadora (2, 5)</a:t>
            </a:r>
          </a:p>
          <a:p>
            <a:endParaRPr lang="es-PE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6AD4D98B-9A58-4E9A-5EEE-A77E1560B3EF}"/>
              </a:ext>
            </a:extLst>
          </p:cNvPr>
          <p:cNvSpPr txBox="1"/>
          <p:nvPr/>
        </p:nvSpPr>
        <p:spPr>
          <a:xfrm>
            <a:off x="6726020" y="933607"/>
            <a:ext cx="5248266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oadway" panose="04040905080B02020502" pitchFamily="82" charset="0"/>
              </a:rPr>
              <a:t>Métodos y Sobrecarga</a:t>
            </a:r>
          </a:p>
          <a:p>
            <a:pPr algn="just"/>
            <a:r>
              <a:rPr lang="es-ES" sz="1600" b="1" dirty="0">
                <a:solidFill>
                  <a:srgbClr val="C00000"/>
                </a:solidFill>
                <a:latin typeface="Bradley Hand ITC" panose="03070402050302030203" pitchFamily="66" charset="0"/>
              </a:rPr>
              <a:t>Métodos:</a:t>
            </a:r>
          </a:p>
          <a:p>
            <a:pPr algn="just"/>
            <a:r>
              <a:rPr lang="es-ES" sz="1600" b="1" dirty="0">
                <a:latin typeface="Bradley Hand ITC" panose="03070402050302030203" pitchFamily="66" charset="0"/>
              </a:rPr>
              <a:t>Un método es una función definida dentro de una clase que realiza una acción sobre los datos del objeto. Los métodos representan el comportamiento del objeto.</a:t>
            </a:r>
          </a:p>
          <a:p>
            <a:pPr algn="just"/>
            <a:r>
              <a:rPr lang="es-ES" sz="1600" b="1" dirty="0">
                <a:solidFill>
                  <a:srgbClr val="C00000"/>
                </a:solidFill>
                <a:latin typeface="Bradley Hand ITC" panose="03070402050302030203" pitchFamily="66" charset="0"/>
              </a:rPr>
              <a:t>Parámetros</a:t>
            </a:r>
          </a:p>
          <a:p>
            <a:pPr algn="just"/>
            <a:r>
              <a:rPr lang="es-ES" sz="1600" b="1" dirty="0">
                <a:latin typeface="Bradley Hand ITC" panose="03070402050302030203" pitchFamily="66" charset="0"/>
              </a:rPr>
              <a:t>Los métodos pueden recibir parámetros para trabajar con datos externos. El primer parámetro de todo método es de instancia, es </a:t>
            </a:r>
            <a:r>
              <a:rPr lang="es-ES" sz="1600" b="1" dirty="0" err="1">
                <a:latin typeface="Bradley Hand ITC" panose="03070402050302030203" pitchFamily="66" charset="0"/>
              </a:rPr>
              <a:t>self</a:t>
            </a:r>
            <a:r>
              <a:rPr lang="es-ES" sz="1600" b="1" dirty="0">
                <a:latin typeface="Bradley Hand ITC" panose="03070402050302030203" pitchFamily="66" charset="0"/>
              </a:rPr>
              <a:t>, que representa al objeto mismo.</a:t>
            </a:r>
          </a:p>
          <a:p>
            <a:pPr algn="just"/>
            <a:r>
              <a:rPr lang="es-E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oadway" panose="04040905080B02020502" pitchFamily="82" charset="0"/>
              </a:rPr>
              <a:t>Ejemplo (Método, 24)</a:t>
            </a:r>
          </a:p>
          <a:p>
            <a:pPr algn="just"/>
            <a:r>
              <a:rPr lang="es-ES" sz="1600" b="1" dirty="0">
                <a:latin typeface="Bradley Hand ITC" panose="03070402050302030203" pitchFamily="66" charset="0"/>
              </a:rPr>
              <a:t>Clase: Persona Atributo: nombre Acción: saludar Objetos: persona1 = Persona("Carlos")</a:t>
            </a:r>
          </a:p>
          <a:p>
            <a:pPr algn="just"/>
            <a:r>
              <a:rPr lang="es-E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oadway" panose="04040905080B02020502" pitchFamily="82" charset="0"/>
              </a:rPr>
              <a:t>Ejemplo (Parámetro, 25)</a:t>
            </a:r>
          </a:p>
          <a:p>
            <a:pPr algn="just"/>
            <a:r>
              <a:rPr lang="es-ES" sz="1600" b="1" dirty="0">
                <a:latin typeface="Bradley Hand ITC" panose="03070402050302030203" pitchFamily="66" charset="0"/>
              </a:rPr>
              <a:t>Clase: Calculadora Atributo: a, b Acción: Sumar Objeto: </a:t>
            </a:r>
            <a:r>
              <a:rPr lang="es-ES" sz="1600" b="1" dirty="0" err="1">
                <a:latin typeface="Bradley Hand ITC" panose="03070402050302030203" pitchFamily="66" charset="0"/>
              </a:rPr>
              <a:t>Calcular_Suma</a:t>
            </a:r>
            <a:r>
              <a:rPr lang="es-ES" sz="1600" b="1" dirty="0">
                <a:latin typeface="Bradley Hand ITC" panose="03070402050302030203" pitchFamily="66" charset="0"/>
              </a:rPr>
              <a:t>(1, 3)</a:t>
            </a:r>
          </a:p>
          <a:p>
            <a:pPr algn="just"/>
            <a:endParaRPr lang="es-PE" sz="1600" b="1" dirty="0">
              <a:latin typeface="Bradley Hand ITC" panose="03070402050302030203" pitchFamily="66" charset="0"/>
            </a:endParaRPr>
          </a:p>
        </p:txBody>
      </p:sp>
      <p:pic>
        <p:nvPicPr>
          <p:cNvPr id="64" name="Imagen 63">
            <a:extLst>
              <a:ext uri="{FF2B5EF4-FFF2-40B4-BE49-F238E27FC236}">
                <a16:creationId xmlns:a16="http://schemas.microsoft.com/office/drawing/2014/main" id="{7ADD5598-E7E9-5C0E-27F5-677C8B37993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9300"/>
          <a:stretch/>
        </p:blipFill>
        <p:spPr>
          <a:xfrm>
            <a:off x="6708778" y="4967180"/>
            <a:ext cx="2629267" cy="1690430"/>
          </a:xfrm>
          <a:prstGeom prst="rect">
            <a:avLst/>
          </a:prstGeom>
        </p:spPr>
      </p:pic>
      <p:pic>
        <p:nvPicPr>
          <p:cNvPr id="65" name="Imagen 64">
            <a:extLst>
              <a:ext uri="{FF2B5EF4-FFF2-40B4-BE49-F238E27FC236}">
                <a16:creationId xmlns:a16="http://schemas.microsoft.com/office/drawing/2014/main" id="{15A99E3C-96CC-16B2-8FE2-9FE2325063A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7205" b="-104"/>
          <a:stretch/>
        </p:blipFill>
        <p:spPr>
          <a:xfrm>
            <a:off x="9468618" y="5146113"/>
            <a:ext cx="2629267" cy="1430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81187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Picture 4" descr="Plantilla Apunte Digital | Decorar Hojas De Cuaderno">
            <a:extLst>
              <a:ext uri="{FF2B5EF4-FFF2-40B4-BE49-F238E27FC236}">
                <a16:creationId xmlns:a16="http://schemas.microsoft.com/office/drawing/2014/main" id="{37C180A3-304D-5820-3BF3-11170990FF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274" b="99682" l="0" r="99153">
                        <a14:foregroundMark x1="8475" y1="20382" x2="31356" y2="7006"/>
                        <a14:foregroundMark x1="31356" y1="7006" x2="50847" y2="1274"/>
                        <a14:foregroundMark x1="7203" y1="7643" x2="6780" y2="28025"/>
                        <a14:foregroundMark x1="6613" y1="39809" x2="6586" y2="41584"/>
                        <a14:foregroundMark x1="6780" y1="28662" x2="6694" y2="34395"/>
                        <a14:foregroundMark x1="60671" y1="92035" x2="65678" y2="92675"/>
                        <a14:foregroundMark x1="56294" y1="91475" x2="57118" y2="91580"/>
                        <a14:foregroundMark x1="65678" y1="92675" x2="91102" y2="84395"/>
                        <a14:foregroundMark x1="94059" y1="55974" x2="99153" y2="7006"/>
                        <a14:foregroundMark x1="91102" y1="84395" x2="92130" y2="74518"/>
                        <a14:foregroundMark x1="14407" y1="6688" x2="1485" y2="34395"/>
                        <a14:foregroundMark x1="13136" y1="2548" x2="42797" y2="4140"/>
                        <a14:foregroundMark x1="19915" y1="5732" x2="847" y2="5732"/>
                        <a14:foregroundMark x1="89831" y1="33758" x2="89831" y2="33758"/>
                        <a14:foregroundMark x1="88983" y1="31210" x2="88983" y2="31210"/>
                        <a14:foregroundMark x1="88983" y1="30892" x2="88983" y2="30892"/>
                        <a14:foregroundMark x1="90254" y1="21656" x2="90254" y2="21656"/>
                        <a14:foregroundMark x1="91102" y1="21656" x2="91102" y2="21656"/>
                        <a14:foregroundMark x1="91102" y1="21656" x2="91102" y2="21656"/>
                        <a14:foregroundMark x1="87712" y1="9554" x2="87712" y2="9554"/>
                        <a14:foregroundMark x1="87712" y1="9554" x2="87712" y2="9554"/>
                        <a14:foregroundMark x1="87712" y1="9554" x2="87712" y2="9554"/>
                        <a14:foregroundMark x1="87712" y1="9554" x2="87712" y2="9554"/>
                        <a14:foregroundMark x1="90254" y1="32166" x2="90254" y2="32166"/>
                        <a14:foregroundMark x1="90254" y1="32166" x2="90254" y2="32166"/>
                        <a14:foregroundMark x1="88559" y1="14013" x2="88559" y2="14013"/>
                        <a14:foregroundMark x1="88559" y1="14013" x2="88559" y2="14013"/>
                        <a14:foregroundMark x1="88559" y1="11465" x2="88559" y2="11465"/>
                        <a14:foregroundMark x1="88559" y1="11465" x2="88559" y2="11465"/>
                        <a14:foregroundMark x1="19558" y1="97586" x2="35593" y2="99682"/>
                        <a14:foregroundMark x1="6356" y1="95860" x2="8056" y2="96082"/>
                        <a14:foregroundMark x1="80085" y1="90446" x2="97458" y2="98089"/>
                        <a14:foregroundMark x1="58051" y1="96497" x2="91949" y2="97452"/>
                        <a14:backgroundMark x1="18644" y1="34076" x2="62288" y2="57962"/>
                        <a14:backgroundMark x1="66102" y1="17834" x2="40254" y2="90127"/>
                        <a14:backgroundMark x1="7627" y1="41401" x2="13559" y2="60191"/>
                        <a14:backgroundMark x1="11441" y1="92038" x2="56356" y2="91401"/>
                        <a14:backgroundMark x1="91102" y1="56051" x2="91949" y2="74522"/>
                        <a14:backgroundMark x1="56356" y1="92994" x2="66525" y2="83439"/>
                        <a14:backgroundMark x1="11017" y1="60828" x2="11017" y2="86943"/>
                        <a14:backgroundMark x1="6356" y1="34395" x2="6356" y2="3980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2836" y="24488"/>
            <a:ext cx="5988794" cy="6855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lantilla Apunte Digital | Decorar Hojas De Cuaderno">
            <a:extLst>
              <a:ext uri="{FF2B5EF4-FFF2-40B4-BE49-F238E27FC236}">
                <a16:creationId xmlns:a16="http://schemas.microsoft.com/office/drawing/2014/main" id="{46F9673F-7E57-A771-192E-5E15B3FBBC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274" b="99682" l="0" r="99153">
                        <a14:foregroundMark x1="8475" y1="20382" x2="31356" y2="7006"/>
                        <a14:foregroundMark x1="31356" y1="7006" x2="50847" y2="1274"/>
                        <a14:foregroundMark x1="7203" y1="7643" x2="6780" y2="28025"/>
                        <a14:foregroundMark x1="6780" y1="28662" x2="6586" y2="41584"/>
                        <a14:foregroundMark x1="60671" y1="92035" x2="65678" y2="92675"/>
                        <a14:foregroundMark x1="56294" y1="91475" x2="57118" y2="91580"/>
                        <a14:foregroundMark x1="65678" y1="92675" x2="91102" y2="84395"/>
                        <a14:foregroundMark x1="94059" y1="55974" x2="99153" y2="7006"/>
                        <a14:foregroundMark x1="91102" y1="84395" x2="92130" y2="74518"/>
                        <a14:foregroundMark x1="14407" y1="6688" x2="0" y2="37580"/>
                        <a14:foregroundMark x1="13136" y1="2548" x2="42797" y2="4140"/>
                        <a14:foregroundMark x1="19915" y1="5732" x2="847" y2="5732"/>
                        <a14:foregroundMark x1="89831" y1="33758" x2="89831" y2="33758"/>
                        <a14:foregroundMark x1="88983" y1="31210" x2="88983" y2="31210"/>
                        <a14:foregroundMark x1="88983" y1="30892" x2="88983" y2="30892"/>
                        <a14:foregroundMark x1="90254" y1="21656" x2="90254" y2="21656"/>
                        <a14:foregroundMark x1="91102" y1="21656" x2="91102" y2="21656"/>
                        <a14:foregroundMark x1="91102" y1="21656" x2="91102" y2="21656"/>
                        <a14:foregroundMark x1="87712" y1="9554" x2="87712" y2="9554"/>
                        <a14:foregroundMark x1="87712" y1="9554" x2="87712" y2="9554"/>
                        <a14:foregroundMark x1="87712" y1="9554" x2="87712" y2="9554"/>
                        <a14:foregroundMark x1="87712" y1="9554" x2="87712" y2="9554"/>
                        <a14:foregroundMark x1="90254" y1="32166" x2="90254" y2="32166"/>
                        <a14:foregroundMark x1="90254" y1="32166" x2="90254" y2="32166"/>
                        <a14:foregroundMark x1="88559" y1="14013" x2="88559" y2="14013"/>
                        <a14:foregroundMark x1="88559" y1="14013" x2="88559" y2="14013"/>
                        <a14:foregroundMark x1="88559" y1="11465" x2="88559" y2="11465"/>
                        <a14:foregroundMark x1="88559" y1="11465" x2="88559" y2="11465"/>
                        <a14:foregroundMark x1="19558" y1="97586" x2="35593" y2="99682"/>
                        <a14:foregroundMark x1="6356" y1="95860" x2="8056" y2="96082"/>
                        <a14:foregroundMark x1="80085" y1="90446" x2="97458" y2="98089"/>
                        <a14:foregroundMark x1="58051" y1="96497" x2="91949" y2="97452"/>
                        <a14:backgroundMark x1="18644" y1="34076" x2="62288" y2="57962"/>
                        <a14:backgroundMark x1="66102" y1="17834" x2="40254" y2="90127"/>
                        <a14:backgroundMark x1="7627" y1="41401" x2="13559" y2="60191"/>
                        <a14:backgroundMark x1="11441" y1="92038" x2="56356" y2="91401"/>
                        <a14:backgroundMark x1="91102" y1="56051" x2="91949" y2="74522"/>
                        <a14:backgroundMark x1="56356" y1="92994" x2="66525" y2="83439"/>
                        <a14:backgroundMark x1="11017" y1="60510" x2="13559" y2="89172"/>
                        <a14:backgroundMark x1="13559" y1="89172" x2="13559" y2="8949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333"/>
            <a:ext cx="5988794" cy="6855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upo 1">
            <a:extLst>
              <a:ext uri="{FF2B5EF4-FFF2-40B4-BE49-F238E27FC236}">
                <a16:creationId xmlns:a16="http://schemas.microsoft.com/office/drawing/2014/main" id="{5092580F-C9F3-7A31-CE06-9CDC828C12C2}"/>
              </a:ext>
            </a:extLst>
          </p:cNvPr>
          <p:cNvGrpSpPr/>
          <p:nvPr/>
        </p:nvGrpSpPr>
        <p:grpSpPr>
          <a:xfrm>
            <a:off x="5690023" y="559837"/>
            <a:ext cx="811954" cy="5975571"/>
            <a:chOff x="5629279" y="139959"/>
            <a:chExt cx="811954" cy="5975571"/>
          </a:xfrm>
        </p:grpSpPr>
        <p:grpSp>
          <p:nvGrpSpPr>
            <p:cNvPr id="3" name="Grupo 2">
              <a:extLst>
                <a:ext uri="{FF2B5EF4-FFF2-40B4-BE49-F238E27FC236}">
                  <a16:creationId xmlns:a16="http://schemas.microsoft.com/office/drawing/2014/main" id="{4B95AEA8-8337-CA57-B5D5-DDCAB173990E}"/>
                </a:ext>
              </a:extLst>
            </p:cNvPr>
            <p:cNvGrpSpPr/>
            <p:nvPr/>
          </p:nvGrpSpPr>
          <p:grpSpPr>
            <a:xfrm>
              <a:off x="5652018" y="139959"/>
              <a:ext cx="744892" cy="674136"/>
              <a:chOff x="5652018" y="139959"/>
              <a:chExt cx="744892" cy="674136"/>
            </a:xfrm>
          </p:grpSpPr>
          <p:grpSp>
            <p:nvGrpSpPr>
              <p:cNvPr id="54" name="Grupo 53">
                <a:extLst>
                  <a:ext uri="{FF2B5EF4-FFF2-40B4-BE49-F238E27FC236}">
                    <a16:creationId xmlns:a16="http://schemas.microsoft.com/office/drawing/2014/main" id="{93665047-BD38-E8C5-55FA-9AAD57815812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56" name="Elipse 55">
                  <a:extLst>
                    <a:ext uri="{FF2B5EF4-FFF2-40B4-BE49-F238E27FC236}">
                      <a16:creationId xmlns:a16="http://schemas.microsoft.com/office/drawing/2014/main" id="{62C91886-28E8-BC96-6B29-174AA9E63970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57" name="Elipse 56">
                  <a:extLst>
                    <a:ext uri="{FF2B5EF4-FFF2-40B4-BE49-F238E27FC236}">
                      <a16:creationId xmlns:a16="http://schemas.microsoft.com/office/drawing/2014/main" id="{4888716F-7004-D08A-A80F-21E3798D8A3D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55" name="Arco de bloque 54">
                <a:extLst>
                  <a:ext uri="{FF2B5EF4-FFF2-40B4-BE49-F238E27FC236}">
                    <a16:creationId xmlns:a16="http://schemas.microsoft.com/office/drawing/2014/main" id="{FB575EA3-04A9-FD3C-BC70-3DE69A49765A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" name="Grupo 3">
              <a:extLst>
                <a:ext uri="{FF2B5EF4-FFF2-40B4-BE49-F238E27FC236}">
                  <a16:creationId xmlns:a16="http://schemas.microsoft.com/office/drawing/2014/main" id="{C6718C26-251E-81D1-0E67-FFBB26BC2CFA}"/>
                </a:ext>
              </a:extLst>
            </p:cNvPr>
            <p:cNvGrpSpPr/>
            <p:nvPr/>
          </p:nvGrpSpPr>
          <p:grpSpPr>
            <a:xfrm>
              <a:off x="5674767" y="2358308"/>
              <a:ext cx="744892" cy="674136"/>
              <a:chOff x="5652018" y="139959"/>
              <a:chExt cx="744892" cy="674136"/>
            </a:xfrm>
          </p:grpSpPr>
          <p:grpSp>
            <p:nvGrpSpPr>
              <p:cNvPr id="50" name="Grupo 49">
                <a:extLst>
                  <a:ext uri="{FF2B5EF4-FFF2-40B4-BE49-F238E27FC236}">
                    <a16:creationId xmlns:a16="http://schemas.microsoft.com/office/drawing/2014/main" id="{E7BBE651-8EAD-8508-7716-9CBFC28ECEE6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52" name="Elipse 51">
                  <a:extLst>
                    <a:ext uri="{FF2B5EF4-FFF2-40B4-BE49-F238E27FC236}">
                      <a16:creationId xmlns:a16="http://schemas.microsoft.com/office/drawing/2014/main" id="{FCF6D69A-3B48-DCCD-3A93-1DCB16EADB4F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53" name="Elipse 52">
                  <a:extLst>
                    <a:ext uri="{FF2B5EF4-FFF2-40B4-BE49-F238E27FC236}">
                      <a16:creationId xmlns:a16="http://schemas.microsoft.com/office/drawing/2014/main" id="{10002A2D-2DF6-5BEA-A3F5-154009179BB1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51" name="Arco de bloque 50">
                <a:extLst>
                  <a:ext uri="{FF2B5EF4-FFF2-40B4-BE49-F238E27FC236}">
                    <a16:creationId xmlns:a16="http://schemas.microsoft.com/office/drawing/2014/main" id="{D8A32F20-042B-F576-8122-156FF5B60DC7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" name="Grupo 4">
              <a:extLst>
                <a:ext uri="{FF2B5EF4-FFF2-40B4-BE49-F238E27FC236}">
                  <a16:creationId xmlns:a16="http://schemas.microsoft.com/office/drawing/2014/main" id="{6C6C5A30-1B92-ED63-D49F-6B6905A94EBC}"/>
                </a:ext>
              </a:extLst>
            </p:cNvPr>
            <p:cNvGrpSpPr/>
            <p:nvPr/>
          </p:nvGrpSpPr>
          <p:grpSpPr>
            <a:xfrm>
              <a:off x="5650853" y="1167491"/>
              <a:ext cx="744892" cy="674136"/>
              <a:chOff x="5652018" y="139959"/>
              <a:chExt cx="744892" cy="674136"/>
            </a:xfrm>
          </p:grpSpPr>
          <p:grpSp>
            <p:nvGrpSpPr>
              <p:cNvPr id="46" name="Grupo 45">
                <a:extLst>
                  <a:ext uri="{FF2B5EF4-FFF2-40B4-BE49-F238E27FC236}">
                    <a16:creationId xmlns:a16="http://schemas.microsoft.com/office/drawing/2014/main" id="{C3F6F9F4-18B8-BE2D-1C87-D43463341784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48" name="Elipse 47">
                  <a:extLst>
                    <a:ext uri="{FF2B5EF4-FFF2-40B4-BE49-F238E27FC236}">
                      <a16:creationId xmlns:a16="http://schemas.microsoft.com/office/drawing/2014/main" id="{E5F010A5-0791-6064-8A44-D0A50EA953F2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49" name="Elipse 48">
                  <a:extLst>
                    <a:ext uri="{FF2B5EF4-FFF2-40B4-BE49-F238E27FC236}">
                      <a16:creationId xmlns:a16="http://schemas.microsoft.com/office/drawing/2014/main" id="{067D677F-1BC1-748A-E36A-57E2C182A679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47" name="Arco de bloque 46">
                <a:extLst>
                  <a:ext uri="{FF2B5EF4-FFF2-40B4-BE49-F238E27FC236}">
                    <a16:creationId xmlns:a16="http://schemas.microsoft.com/office/drawing/2014/main" id="{3921AFD5-BAB6-062C-4509-E22C990EDF86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DE198F09-0906-0654-5602-D4EDEE1E77DA}"/>
                </a:ext>
              </a:extLst>
            </p:cNvPr>
            <p:cNvGrpSpPr/>
            <p:nvPr/>
          </p:nvGrpSpPr>
          <p:grpSpPr>
            <a:xfrm>
              <a:off x="5629279" y="1726160"/>
              <a:ext cx="744892" cy="674136"/>
              <a:chOff x="5652018" y="139959"/>
              <a:chExt cx="744892" cy="674136"/>
            </a:xfrm>
          </p:grpSpPr>
          <p:grpSp>
            <p:nvGrpSpPr>
              <p:cNvPr id="42" name="Grupo 41">
                <a:extLst>
                  <a:ext uri="{FF2B5EF4-FFF2-40B4-BE49-F238E27FC236}">
                    <a16:creationId xmlns:a16="http://schemas.microsoft.com/office/drawing/2014/main" id="{0EE06140-DD3F-87F9-1DCA-DDEBC6C78AA3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44" name="Elipse 43">
                  <a:extLst>
                    <a:ext uri="{FF2B5EF4-FFF2-40B4-BE49-F238E27FC236}">
                      <a16:creationId xmlns:a16="http://schemas.microsoft.com/office/drawing/2014/main" id="{DAE66BA5-A8A8-CA02-9E33-BD93B4FD068C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45" name="Elipse 44">
                  <a:extLst>
                    <a:ext uri="{FF2B5EF4-FFF2-40B4-BE49-F238E27FC236}">
                      <a16:creationId xmlns:a16="http://schemas.microsoft.com/office/drawing/2014/main" id="{609272F6-F6CC-8863-A398-582BF5469F06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43" name="Arco de bloque 42">
                <a:extLst>
                  <a:ext uri="{FF2B5EF4-FFF2-40B4-BE49-F238E27FC236}">
                    <a16:creationId xmlns:a16="http://schemas.microsoft.com/office/drawing/2014/main" id="{C2C51091-091C-C848-6B89-C871F768895B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7" name="Grupo 6">
              <a:extLst>
                <a:ext uri="{FF2B5EF4-FFF2-40B4-BE49-F238E27FC236}">
                  <a16:creationId xmlns:a16="http://schemas.microsoft.com/office/drawing/2014/main" id="{CCE47B9F-8092-F9CC-0FE6-3562BDED6FBC}"/>
                </a:ext>
              </a:extLst>
            </p:cNvPr>
            <p:cNvGrpSpPr/>
            <p:nvPr/>
          </p:nvGrpSpPr>
          <p:grpSpPr>
            <a:xfrm>
              <a:off x="5653963" y="658000"/>
              <a:ext cx="744892" cy="674136"/>
              <a:chOff x="5652018" y="139959"/>
              <a:chExt cx="744892" cy="674136"/>
            </a:xfrm>
          </p:grpSpPr>
          <p:grpSp>
            <p:nvGrpSpPr>
              <p:cNvPr id="38" name="Grupo 37">
                <a:extLst>
                  <a:ext uri="{FF2B5EF4-FFF2-40B4-BE49-F238E27FC236}">
                    <a16:creationId xmlns:a16="http://schemas.microsoft.com/office/drawing/2014/main" id="{3A8DA23F-66EA-0E3E-861F-2175966FBF12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40" name="Elipse 39">
                  <a:extLst>
                    <a:ext uri="{FF2B5EF4-FFF2-40B4-BE49-F238E27FC236}">
                      <a16:creationId xmlns:a16="http://schemas.microsoft.com/office/drawing/2014/main" id="{EEB902FB-D9D9-66EE-966B-127A549257A5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41" name="Elipse 40">
                  <a:extLst>
                    <a:ext uri="{FF2B5EF4-FFF2-40B4-BE49-F238E27FC236}">
                      <a16:creationId xmlns:a16="http://schemas.microsoft.com/office/drawing/2014/main" id="{CC290B7E-FF9B-0BBC-5068-5FF620690D44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39" name="Arco de bloque 38">
                <a:extLst>
                  <a:ext uri="{FF2B5EF4-FFF2-40B4-BE49-F238E27FC236}">
                    <a16:creationId xmlns:a16="http://schemas.microsoft.com/office/drawing/2014/main" id="{67B139A8-0A57-975A-00DB-63E9BC6303E6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8" name="Grupo 7">
              <a:extLst>
                <a:ext uri="{FF2B5EF4-FFF2-40B4-BE49-F238E27FC236}">
                  <a16:creationId xmlns:a16="http://schemas.microsoft.com/office/drawing/2014/main" id="{F96D3788-AE33-E16F-787C-2299051F065E}"/>
                </a:ext>
              </a:extLst>
            </p:cNvPr>
            <p:cNvGrpSpPr/>
            <p:nvPr/>
          </p:nvGrpSpPr>
          <p:grpSpPr>
            <a:xfrm>
              <a:off x="5652799" y="608822"/>
              <a:ext cx="744892" cy="674136"/>
              <a:chOff x="5652018" y="139959"/>
              <a:chExt cx="744892" cy="674136"/>
            </a:xfrm>
          </p:grpSpPr>
          <p:grpSp>
            <p:nvGrpSpPr>
              <p:cNvPr id="34" name="Grupo 33">
                <a:extLst>
                  <a:ext uri="{FF2B5EF4-FFF2-40B4-BE49-F238E27FC236}">
                    <a16:creationId xmlns:a16="http://schemas.microsoft.com/office/drawing/2014/main" id="{02B2F13B-384D-61C9-55A9-AB3A5F78481E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36" name="Elipse 35">
                  <a:extLst>
                    <a:ext uri="{FF2B5EF4-FFF2-40B4-BE49-F238E27FC236}">
                      <a16:creationId xmlns:a16="http://schemas.microsoft.com/office/drawing/2014/main" id="{0E53C8FC-1BC4-CC29-9A54-FCB5A500C2F9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37" name="Elipse 36">
                  <a:extLst>
                    <a:ext uri="{FF2B5EF4-FFF2-40B4-BE49-F238E27FC236}">
                      <a16:creationId xmlns:a16="http://schemas.microsoft.com/office/drawing/2014/main" id="{FA27FEC3-1C12-B756-AADD-96A764513C35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35" name="Arco de bloque 34">
                <a:extLst>
                  <a:ext uri="{FF2B5EF4-FFF2-40B4-BE49-F238E27FC236}">
                    <a16:creationId xmlns:a16="http://schemas.microsoft.com/office/drawing/2014/main" id="{763EFA9A-04D5-BB58-140D-46BECEF6A3DC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9BF74C04-7A15-F091-E9AE-BDEC589E38E3}"/>
                </a:ext>
              </a:extLst>
            </p:cNvPr>
            <p:cNvGrpSpPr/>
            <p:nvPr/>
          </p:nvGrpSpPr>
          <p:grpSpPr>
            <a:xfrm>
              <a:off x="5656494" y="2956438"/>
              <a:ext cx="744892" cy="674136"/>
              <a:chOff x="5652018" y="139959"/>
              <a:chExt cx="744892" cy="674136"/>
            </a:xfrm>
          </p:grpSpPr>
          <p:grpSp>
            <p:nvGrpSpPr>
              <p:cNvPr id="30" name="Grupo 29">
                <a:extLst>
                  <a:ext uri="{FF2B5EF4-FFF2-40B4-BE49-F238E27FC236}">
                    <a16:creationId xmlns:a16="http://schemas.microsoft.com/office/drawing/2014/main" id="{92000BFD-905B-982E-5361-984A12D0B399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32" name="Elipse 31">
                  <a:extLst>
                    <a:ext uri="{FF2B5EF4-FFF2-40B4-BE49-F238E27FC236}">
                      <a16:creationId xmlns:a16="http://schemas.microsoft.com/office/drawing/2014/main" id="{99A34AC8-28A1-CD81-F561-FF20E0A00837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33" name="Elipse 32">
                  <a:extLst>
                    <a:ext uri="{FF2B5EF4-FFF2-40B4-BE49-F238E27FC236}">
                      <a16:creationId xmlns:a16="http://schemas.microsoft.com/office/drawing/2014/main" id="{8FD7C52E-9D83-95EE-AC02-B1D931867B46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31" name="Arco de bloque 30">
                <a:extLst>
                  <a:ext uri="{FF2B5EF4-FFF2-40B4-BE49-F238E27FC236}">
                    <a16:creationId xmlns:a16="http://schemas.microsoft.com/office/drawing/2014/main" id="{DDD36446-24AD-7DF1-A251-0491F40189DB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F393EBBA-CC0B-46B0-BE7B-71EE9867BA7F}"/>
                </a:ext>
              </a:extLst>
            </p:cNvPr>
            <p:cNvGrpSpPr/>
            <p:nvPr/>
          </p:nvGrpSpPr>
          <p:grpSpPr>
            <a:xfrm>
              <a:off x="5653193" y="3582761"/>
              <a:ext cx="744892" cy="674136"/>
              <a:chOff x="5652018" y="139959"/>
              <a:chExt cx="744892" cy="674136"/>
            </a:xfrm>
          </p:grpSpPr>
          <p:grpSp>
            <p:nvGrpSpPr>
              <p:cNvPr id="26" name="Grupo 25">
                <a:extLst>
                  <a:ext uri="{FF2B5EF4-FFF2-40B4-BE49-F238E27FC236}">
                    <a16:creationId xmlns:a16="http://schemas.microsoft.com/office/drawing/2014/main" id="{536BA60D-C87F-ACAA-D77B-11CEC101B285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28" name="Elipse 27">
                  <a:extLst>
                    <a:ext uri="{FF2B5EF4-FFF2-40B4-BE49-F238E27FC236}">
                      <a16:creationId xmlns:a16="http://schemas.microsoft.com/office/drawing/2014/main" id="{A4FB864F-3111-8358-27CE-9116453E54D1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29" name="Elipse 28">
                  <a:extLst>
                    <a:ext uri="{FF2B5EF4-FFF2-40B4-BE49-F238E27FC236}">
                      <a16:creationId xmlns:a16="http://schemas.microsoft.com/office/drawing/2014/main" id="{6F51D2D5-62CD-0EF4-5BBD-E37950C7A8FA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27" name="Arco de bloque 26">
                <a:extLst>
                  <a:ext uri="{FF2B5EF4-FFF2-40B4-BE49-F238E27FC236}">
                    <a16:creationId xmlns:a16="http://schemas.microsoft.com/office/drawing/2014/main" id="{823688EC-1CBE-47E8-4F9F-9E98433D48B4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1" name="Grupo 10">
              <a:extLst>
                <a:ext uri="{FF2B5EF4-FFF2-40B4-BE49-F238E27FC236}">
                  <a16:creationId xmlns:a16="http://schemas.microsoft.com/office/drawing/2014/main" id="{DBBE44D8-577C-B8C7-32B8-E5F1570B06B5}"/>
                </a:ext>
              </a:extLst>
            </p:cNvPr>
            <p:cNvGrpSpPr/>
            <p:nvPr/>
          </p:nvGrpSpPr>
          <p:grpSpPr>
            <a:xfrm>
              <a:off x="5670491" y="4210234"/>
              <a:ext cx="744892" cy="674136"/>
              <a:chOff x="5652018" y="139959"/>
              <a:chExt cx="744892" cy="674136"/>
            </a:xfrm>
          </p:grpSpPr>
          <p:grpSp>
            <p:nvGrpSpPr>
              <p:cNvPr id="22" name="Grupo 21">
                <a:extLst>
                  <a:ext uri="{FF2B5EF4-FFF2-40B4-BE49-F238E27FC236}">
                    <a16:creationId xmlns:a16="http://schemas.microsoft.com/office/drawing/2014/main" id="{E5C7B4F9-0A61-8A22-ABB3-E3DBC61102F8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24" name="Elipse 23">
                  <a:extLst>
                    <a:ext uri="{FF2B5EF4-FFF2-40B4-BE49-F238E27FC236}">
                      <a16:creationId xmlns:a16="http://schemas.microsoft.com/office/drawing/2014/main" id="{118EF317-9AF1-E40C-2017-DA0C0F273CA7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25" name="Elipse 24">
                  <a:extLst>
                    <a:ext uri="{FF2B5EF4-FFF2-40B4-BE49-F238E27FC236}">
                      <a16:creationId xmlns:a16="http://schemas.microsoft.com/office/drawing/2014/main" id="{DEC601EC-9374-7553-77DD-871FBB222082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23" name="Arco de bloque 22">
                <a:extLst>
                  <a:ext uri="{FF2B5EF4-FFF2-40B4-BE49-F238E27FC236}">
                    <a16:creationId xmlns:a16="http://schemas.microsoft.com/office/drawing/2014/main" id="{D38B6D82-836A-BFBF-E200-52864F0F65A1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2" name="Grupo 11">
              <a:extLst>
                <a:ext uri="{FF2B5EF4-FFF2-40B4-BE49-F238E27FC236}">
                  <a16:creationId xmlns:a16="http://schemas.microsoft.com/office/drawing/2014/main" id="{8544EF75-2AD0-6BBE-B757-9176142E805D}"/>
                </a:ext>
              </a:extLst>
            </p:cNvPr>
            <p:cNvGrpSpPr/>
            <p:nvPr/>
          </p:nvGrpSpPr>
          <p:grpSpPr>
            <a:xfrm>
              <a:off x="5696341" y="4830379"/>
              <a:ext cx="744892" cy="674136"/>
              <a:chOff x="5652018" y="139959"/>
              <a:chExt cx="744892" cy="674136"/>
            </a:xfrm>
          </p:grpSpPr>
          <p:grpSp>
            <p:nvGrpSpPr>
              <p:cNvPr id="18" name="Grupo 17">
                <a:extLst>
                  <a:ext uri="{FF2B5EF4-FFF2-40B4-BE49-F238E27FC236}">
                    <a16:creationId xmlns:a16="http://schemas.microsoft.com/office/drawing/2014/main" id="{4E0B4CC2-FD8B-D910-4EF0-76149FF7AC71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20" name="Elipse 19">
                  <a:extLst>
                    <a:ext uri="{FF2B5EF4-FFF2-40B4-BE49-F238E27FC236}">
                      <a16:creationId xmlns:a16="http://schemas.microsoft.com/office/drawing/2014/main" id="{5F6B5917-4507-3554-C23E-873F176F86AC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21" name="Elipse 20">
                  <a:extLst>
                    <a:ext uri="{FF2B5EF4-FFF2-40B4-BE49-F238E27FC236}">
                      <a16:creationId xmlns:a16="http://schemas.microsoft.com/office/drawing/2014/main" id="{97F5C3EE-C8ED-AA3F-B7A2-F660796DD127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19" name="Arco de bloque 18">
                <a:extLst>
                  <a:ext uri="{FF2B5EF4-FFF2-40B4-BE49-F238E27FC236}">
                    <a16:creationId xmlns:a16="http://schemas.microsoft.com/office/drawing/2014/main" id="{C012EF9A-B12F-3197-D367-4048E0DEDD95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3" name="Grupo 12">
              <a:extLst>
                <a:ext uri="{FF2B5EF4-FFF2-40B4-BE49-F238E27FC236}">
                  <a16:creationId xmlns:a16="http://schemas.microsoft.com/office/drawing/2014/main" id="{72BB96AE-16D6-DE07-7A23-EE5D4533CCCF}"/>
                </a:ext>
              </a:extLst>
            </p:cNvPr>
            <p:cNvGrpSpPr/>
            <p:nvPr/>
          </p:nvGrpSpPr>
          <p:grpSpPr>
            <a:xfrm>
              <a:off x="5687398" y="5441394"/>
              <a:ext cx="744892" cy="674136"/>
              <a:chOff x="5652018" y="139959"/>
              <a:chExt cx="744892" cy="674136"/>
            </a:xfrm>
          </p:grpSpPr>
          <p:grpSp>
            <p:nvGrpSpPr>
              <p:cNvPr id="14" name="Grupo 13">
                <a:extLst>
                  <a:ext uri="{FF2B5EF4-FFF2-40B4-BE49-F238E27FC236}">
                    <a16:creationId xmlns:a16="http://schemas.microsoft.com/office/drawing/2014/main" id="{0857CC6D-49B5-D241-2D9E-4791AD215890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16" name="Elipse 15">
                  <a:extLst>
                    <a:ext uri="{FF2B5EF4-FFF2-40B4-BE49-F238E27FC236}">
                      <a16:creationId xmlns:a16="http://schemas.microsoft.com/office/drawing/2014/main" id="{4094A46C-3019-95E3-154B-CAB4C092DEFB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17" name="Elipse 16">
                  <a:extLst>
                    <a:ext uri="{FF2B5EF4-FFF2-40B4-BE49-F238E27FC236}">
                      <a16:creationId xmlns:a16="http://schemas.microsoft.com/office/drawing/2014/main" id="{9D552700-E0D7-2708-B7C7-0210ED9D029D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15" name="Arco de bloque 14">
                <a:extLst>
                  <a:ext uri="{FF2B5EF4-FFF2-40B4-BE49-F238E27FC236}">
                    <a16:creationId xmlns:a16="http://schemas.microsoft.com/office/drawing/2014/main" id="{C0CC579D-B38E-18D3-1285-A53A010466A2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</p:grpSp>
      <p:pic>
        <p:nvPicPr>
          <p:cNvPr id="60" name="Imagen 59">
            <a:extLst>
              <a:ext uri="{FF2B5EF4-FFF2-40B4-BE49-F238E27FC236}">
                <a16:creationId xmlns:a16="http://schemas.microsoft.com/office/drawing/2014/main" id="{06186180-9C8D-5762-9D0B-A09CE3184E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8439" y="440954"/>
            <a:ext cx="1467055" cy="523948"/>
          </a:xfrm>
          <a:prstGeom prst="rect">
            <a:avLst/>
          </a:prstGeom>
        </p:spPr>
      </p:pic>
      <p:sp>
        <p:nvSpPr>
          <p:cNvPr id="61" name="CuadroTexto 60">
            <a:extLst>
              <a:ext uri="{FF2B5EF4-FFF2-40B4-BE49-F238E27FC236}">
                <a16:creationId xmlns:a16="http://schemas.microsoft.com/office/drawing/2014/main" id="{3FBE8541-012C-470E-44E3-C463ABE317AE}"/>
              </a:ext>
            </a:extLst>
          </p:cNvPr>
          <p:cNvSpPr txBox="1"/>
          <p:nvPr/>
        </p:nvSpPr>
        <p:spPr>
          <a:xfrm>
            <a:off x="1315616" y="1077878"/>
            <a:ext cx="3732245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oadway" panose="04040905080B02020502" pitchFamily="82" charset="0"/>
              </a:rPr>
              <a:t>Retorno de </a:t>
            </a:r>
            <a:r>
              <a:rPr lang="es-ES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oadway" panose="04040905080B02020502" pitchFamily="82" charset="0"/>
              </a:rPr>
              <a:t>Métados</a:t>
            </a:r>
            <a:r>
              <a:rPr lang="es-E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oadway" panose="04040905080B02020502" pitchFamily="82" charset="0"/>
              </a:rPr>
              <a:t>.</a:t>
            </a:r>
          </a:p>
          <a:p>
            <a:pPr algn="just"/>
            <a:r>
              <a:rPr lang="es-ES" sz="1600" b="1" dirty="0">
                <a:latin typeface="Bradley Hand ITC" panose="03070402050302030203" pitchFamily="66" charset="0"/>
              </a:rPr>
              <a:t>Un método puede devolver un valor usando la instrucción </a:t>
            </a:r>
            <a:r>
              <a:rPr lang="es-ES" sz="1600" b="1" dirty="0" err="1">
                <a:latin typeface="Bradley Hand ITC" panose="03070402050302030203" pitchFamily="66" charset="0"/>
              </a:rPr>
              <a:t>return</a:t>
            </a:r>
            <a:r>
              <a:rPr lang="es-ES" sz="1600" b="1" dirty="0">
                <a:latin typeface="Bradley Hand ITC" panose="03070402050302030203" pitchFamily="66" charset="0"/>
              </a:rPr>
              <a:t>. </a:t>
            </a:r>
          </a:p>
          <a:p>
            <a:pPr algn="just"/>
            <a:r>
              <a:rPr lang="es-ES" sz="1600" b="1" dirty="0">
                <a:latin typeface="Bradley Hand ITC" panose="03070402050302030203" pitchFamily="66" charset="0"/>
              </a:rPr>
              <a:t>Esto permite usar el resultado del método en otras partes del programa.</a:t>
            </a:r>
            <a:endParaRPr lang="es-PE" sz="1600" b="1" dirty="0">
              <a:latin typeface="Bradley Hand ITC" panose="03070402050302030203" pitchFamily="66" charset="0"/>
            </a:endParaRPr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5E9A1B88-B2AC-3986-6A2C-7F3A5B85119A}"/>
              </a:ext>
            </a:extLst>
          </p:cNvPr>
          <p:cNvSpPr txBox="1"/>
          <p:nvPr/>
        </p:nvSpPr>
        <p:spPr>
          <a:xfrm>
            <a:off x="462458" y="2545071"/>
            <a:ext cx="518014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oadway" panose="04040905080B02020502" pitchFamily="82" charset="0"/>
              </a:rPr>
              <a:t>Ejemplo:</a:t>
            </a:r>
          </a:p>
          <a:p>
            <a:r>
              <a:rPr lang="es-ES" b="1" dirty="0">
                <a:latin typeface="Bradley Hand ITC" panose="03070402050302030203" pitchFamily="66" charset="0"/>
              </a:rPr>
              <a:t>Clase: </a:t>
            </a:r>
            <a:r>
              <a:rPr lang="es-ES" b="1" dirty="0" err="1">
                <a:latin typeface="Bradley Hand ITC" panose="03070402050302030203" pitchFamily="66" charset="0"/>
              </a:rPr>
              <a:t>Rectangulo</a:t>
            </a:r>
            <a:endParaRPr lang="es-ES" b="1" dirty="0">
              <a:latin typeface="Bradley Hand ITC" panose="03070402050302030203" pitchFamily="66" charset="0"/>
            </a:endParaRPr>
          </a:p>
          <a:p>
            <a:r>
              <a:rPr lang="es-ES" b="1" dirty="0">
                <a:latin typeface="Bradley Hand ITC" panose="03070402050302030203" pitchFamily="66" charset="0"/>
              </a:rPr>
              <a:t>Atributo: base altura</a:t>
            </a:r>
          </a:p>
          <a:p>
            <a:r>
              <a:rPr lang="es-ES" b="1" dirty="0" err="1">
                <a:latin typeface="Bradley Hand ITC" panose="03070402050302030203" pitchFamily="66" charset="0"/>
              </a:rPr>
              <a:t>Accion</a:t>
            </a:r>
            <a:r>
              <a:rPr lang="es-ES" b="1" dirty="0">
                <a:latin typeface="Bradley Hand ITC" panose="03070402050302030203" pitchFamily="66" charset="0"/>
              </a:rPr>
              <a:t>: Calcular área</a:t>
            </a:r>
          </a:p>
          <a:p>
            <a:r>
              <a:rPr lang="es-ES" b="1" dirty="0">
                <a:latin typeface="Bradley Hand ITC" panose="03070402050302030203" pitchFamily="66" charset="0"/>
              </a:rPr>
              <a:t>Objeto: </a:t>
            </a:r>
            <a:r>
              <a:rPr lang="es-ES" b="1" dirty="0" err="1">
                <a:latin typeface="Bradley Hand ITC" panose="03070402050302030203" pitchFamily="66" charset="0"/>
              </a:rPr>
              <a:t>Rectactulo</a:t>
            </a:r>
            <a:endParaRPr lang="es-ES" b="1" dirty="0">
              <a:latin typeface="Bradley Hand ITC" panose="03070402050302030203" pitchFamily="66" charset="0"/>
            </a:endParaRPr>
          </a:p>
          <a:p>
            <a:r>
              <a:rPr lang="es-E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oadway" panose="04040905080B02020502" pitchFamily="82" charset="0"/>
              </a:rPr>
              <a:t>Sobrecarga de método</a:t>
            </a:r>
          </a:p>
          <a:p>
            <a:pPr algn="just"/>
            <a:r>
              <a:rPr lang="es-ES" b="1" dirty="0">
                <a:latin typeface="Bradley Hand ITC" panose="03070402050302030203" pitchFamily="66" charset="0"/>
              </a:rPr>
              <a:t>Consiste en definir </a:t>
            </a:r>
            <a:r>
              <a:rPr lang="es-ES" b="1" dirty="0" err="1">
                <a:latin typeface="Bradley Hand ITC" panose="03070402050302030203" pitchFamily="66" charset="0"/>
              </a:rPr>
              <a:t>multiples</a:t>
            </a:r>
            <a:r>
              <a:rPr lang="es-ES" b="1" dirty="0">
                <a:latin typeface="Bradley Hand ITC" panose="03070402050302030203" pitchFamily="66" charset="0"/>
              </a:rPr>
              <a:t> versiones de un método con el mismo nombre pero diferentes </a:t>
            </a:r>
            <a:r>
              <a:rPr lang="es-ES" b="1" dirty="0" err="1">
                <a:latin typeface="Bradley Hand ITC" panose="03070402050302030203" pitchFamily="66" charset="0"/>
              </a:rPr>
              <a:t>parametros</a:t>
            </a:r>
            <a:r>
              <a:rPr lang="es-ES" b="1" dirty="0">
                <a:latin typeface="Bradley Hand ITC" panose="03070402050302030203" pitchFamily="66" charset="0"/>
              </a:rPr>
              <a:t>.</a:t>
            </a:r>
          </a:p>
          <a:p>
            <a:r>
              <a:rPr lang="es-ES" b="1" dirty="0">
                <a:latin typeface="Bradley Hand ITC" panose="03070402050302030203" pitchFamily="66" charset="0"/>
              </a:rPr>
              <a:t>Clase: Operaciones</a:t>
            </a:r>
          </a:p>
          <a:p>
            <a:r>
              <a:rPr lang="es-ES" b="1" dirty="0" err="1">
                <a:latin typeface="Bradley Hand ITC" panose="03070402050302030203" pitchFamily="66" charset="0"/>
              </a:rPr>
              <a:t>Atribututos</a:t>
            </a:r>
            <a:r>
              <a:rPr lang="es-ES" b="1" dirty="0">
                <a:latin typeface="Bradley Hand ITC" panose="03070402050302030203" pitchFamily="66" charset="0"/>
              </a:rPr>
              <a:t>: a, b, c</a:t>
            </a:r>
          </a:p>
          <a:p>
            <a:r>
              <a:rPr lang="es-ES" b="1" dirty="0" err="1">
                <a:latin typeface="Bradley Hand ITC" panose="03070402050302030203" pitchFamily="66" charset="0"/>
              </a:rPr>
              <a:t>Accion</a:t>
            </a:r>
            <a:r>
              <a:rPr lang="es-ES" b="1" dirty="0">
                <a:latin typeface="Bradley Hand ITC" panose="03070402050302030203" pitchFamily="66" charset="0"/>
              </a:rPr>
              <a:t>: Sumar</a:t>
            </a:r>
          </a:p>
          <a:p>
            <a:r>
              <a:rPr lang="es-ES" b="1" dirty="0">
                <a:latin typeface="Bradley Hand ITC" panose="03070402050302030203" pitchFamily="66" charset="0"/>
              </a:rPr>
              <a:t>Objeto: </a:t>
            </a:r>
            <a:r>
              <a:rPr lang="es-ES" b="1" dirty="0" err="1">
                <a:latin typeface="Bradley Hand ITC" panose="03070402050302030203" pitchFamily="66" charset="0"/>
              </a:rPr>
              <a:t>operacion</a:t>
            </a:r>
            <a:r>
              <a:rPr lang="es-ES" b="1" dirty="0">
                <a:latin typeface="Bradley Hand ITC" panose="03070402050302030203" pitchFamily="66" charset="0"/>
              </a:rPr>
              <a:t>.</a:t>
            </a:r>
            <a:endParaRPr lang="es-PE" b="1" dirty="0">
              <a:latin typeface="Bradley Hand ITC" panose="03070402050302030203" pitchFamily="66" charset="0"/>
            </a:endParaRPr>
          </a:p>
        </p:txBody>
      </p:sp>
      <p:sp>
        <p:nvSpPr>
          <p:cNvPr id="1024" name="CuadroTexto 1023">
            <a:extLst>
              <a:ext uri="{FF2B5EF4-FFF2-40B4-BE49-F238E27FC236}">
                <a16:creationId xmlns:a16="http://schemas.microsoft.com/office/drawing/2014/main" id="{8638EECD-1C72-08A5-A658-43BF92A712EF}"/>
              </a:ext>
            </a:extLst>
          </p:cNvPr>
          <p:cNvSpPr txBox="1"/>
          <p:nvPr/>
        </p:nvSpPr>
        <p:spPr>
          <a:xfrm>
            <a:off x="7611734" y="579927"/>
            <a:ext cx="39653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oadway" panose="04040905080B02020502" pitchFamily="82" charset="0"/>
              </a:rPr>
              <a:t>Método Operador</a:t>
            </a:r>
          </a:p>
        </p:txBody>
      </p:sp>
      <p:pic>
        <p:nvPicPr>
          <p:cNvPr id="1027" name="Imagen 1026">
            <a:extLst>
              <a:ext uri="{FF2B5EF4-FFF2-40B4-BE49-F238E27FC236}">
                <a16:creationId xmlns:a16="http://schemas.microsoft.com/office/drawing/2014/main" id="{9A2CFEAA-BF1E-C30E-ED7B-F8C8A98DF3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0968" y="1126682"/>
            <a:ext cx="2448263" cy="1418389"/>
          </a:xfrm>
          <a:prstGeom prst="rect">
            <a:avLst/>
          </a:prstGeom>
        </p:spPr>
      </p:pic>
      <p:sp>
        <p:nvSpPr>
          <p:cNvPr id="1029" name="CuadroTexto 1028">
            <a:extLst>
              <a:ext uri="{FF2B5EF4-FFF2-40B4-BE49-F238E27FC236}">
                <a16:creationId xmlns:a16="http://schemas.microsoft.com/office/drawing/2014/main" id="{DE8BF1FA-125A-D3FF-2219-1961759E629B}"/>
              </a:ext>
            </a:extLst>
          </p:cNvPr>
          <p:cNvSpPr txBox="1"/>
          <p:nvPr/>
        </p:nvSpPr>
        <p:spPr>
          <a:xfrm>
            <a:off x="6633296" y="2494773"/>
            <a:ext cx="5140185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oadway" panose="04040905080B02020502" pitchFamily="82" charset="0"/>
              </a:rPr>
              <a:t>Ejemplo (30)</a:t>
            </a:r>
          </a:p>
          <a:p>
            <a:r>
              <a:rPr lang="es-ES" sz="1400" b="1" dirty="0">
                <a:latin typeface="Bradley Hand ITC" panose="03070402050302030203" pitchFamily="66" charset="0"/>
              </a:rPr>
              <a:t>Clase: Persona </a:t>
            </a:r>
          </a:p>
          <a:p>
            <a:r>
              <a:rPr lang="es-ES" sz="1400" b="1" dirty="0">
                <a:latin typeface="Bradley Hand ITC" panose="03070402050302030203" pitchFamily="66" charset="0"/>
              </a:rPr>
              <a:t>Atributo: nombre, edad </a:t>
            </a:r>
          </a:p>
          <a:p>
            <a:r>
              <a:rPr lang="es-ES" sz="1400" b="1" dirty="0" err="1">
                <a:latin typeface="Bradley Hand ITC" panose="03070402050302030203" pitchFamily="66" charset="0"/>
              </a:rPr>
              <a:t>Accion</a:t>
            </a:r>
            <a:r>
              <a:rPr lang="es-ES" sz="1400" b="1" dirty="0">
                <a:latin typeface="Bradley Hand ITC" panose="03070402050302030203" pitchFamily="66" charset="0"/>
              </a:rPr>
              <a:t>: </a:t>
            </a:r>
            <a:r>
              <a:rPr lang="es-ES" sz="1400" b="1" dirty="0" err="1">
                <a:latin typeface="Bradley Hand ITC" panose="03070402050302030203" pitchFamily="66" charset="0"/>
              </a:rPr>
              <a:t>str</a:t>
            </a:r>
            <a:r>
              <a:rPr lang="es-ES" sz="1400" b="1" dirty="0">
                <a:latin typeface="Bradley Hand ITC" panose="03070402050302030203" pitchFamily="66" charset="0"/>
              </a:rPr>
              <a:t>, </a:t>
            </a:r>
            <a:r>
              <a:rPr lang="es-ES" sz="1400" b="1" dirty="0" err="1">
                <a:latin typeface="Bradley Hand ITC" panose="03070402050302030203" pitchFamily="66" charset="0"/>
              </a:rPr>
              <a:t>eq</a:t>
            </a:r>
            <a:r>
              <a:rPr lang="es-ES" sz="1400" b="1" dirty="0">
                <a:latin typeface="Bradley Hand ITC" panose="03070402050302030203" pitchFamily="66" charset="0"/>
              </a:rPr>
              <a:t>, </a:t>
            </a:r>
            <a:r>
              <a:rPr lang="es-ES" sz="1400" b="1" dirty="0" err="1">
                <a:latin typeface="Bradley Hand ITC" panose="03070402050302030203" pitchFamily="66" charset="0"/>
              </a:rPr>
              <a:t>gt</a:t>
            </a:r>
            <a:r>
              <a:rPr lang="es-ES" sz="1400" b="1" dirty="0">
                <a:latin typeface="Bradley Hand ITC" panose="03070402050302030203" pitchFamily="66" charset="0"/>
              </a:rPr>
              <a:t>, </a:t>
            </a:r>
            <a:r>
              <a:rPr lang="es-ES" sz="1400" b="1" dirty="0" err="1">
                <a:latin typeface="Bradley Hand ITC" panose="03070402050302030203" pitchFamily="66" charset="0"/>
              </a:rPr>
              <a:t>add</a:t>
            </a:r>
            <a:r>
              <a:rPr lang="es-ES" sz="1400" b="1" dirty="0">
                <a:latin typeface="Bradley Hand ITC" panose="03070402050302030203" pitchFamily="66" charset="0"/>
              </a:rPr>
              <a:t> </a:t>
            </a:r>
          </a:p>
          <a:p>
            <a:r>
              <a:rPr lang="es-ES" sz="1400" b="1" dirty="0">
                <a:latin typeface="Bradley Hand ITC" panose="03070402050302030203" pitchFamily="66" charset="0"/>
              </a:rPr>
              <a:t>Objeto: persona 1, persona 2, persona 3</a:t>
            </a:r>
          </a:p>
          <a:p>
            <a:r>
              <a:rPr lang="es-E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oadway" panose="04040905080B02020502" pitchFamily="82" charset="0"/>
              </a:rPr>
              <a:t>Ejemplo (31)</a:t>
            </a:r>
          </a:p>
          <a:p>
            <a:r>
              <a:rPr lang="es-ES" sz="1400" b="1" dirty="0">
                <a:latin typeface="Bradley Hand ITC" panose="03070402050302030203" pitchFamily="66" charset="0"/>
              </a:rPr>
              <a:t>Clase: Producto </a:t>
            </a:r>
          </a:p>
          <a:p>
            <a:r>
              <a:rPr lang="es-ES" sz="1400" b="1" dirty="0">
                <a:latin typeface="Bradley Hand ITC" panose="03070402050302030203" pitchFamily="66" charset="0"/>
              </a:rPr>
              <a:t>Atributo: nombre, precio, </a:t>
            </a:r>
            <a:r>
              <a:rPr lang="es-ES" sz="1400" b="1" dirty="0" err="1">
                <a:latin typeface="Bradley Hand ITC" panose="03070402050302030203" pitchFamily="66" charset="0"/>
              </a:rPr>
              <a:t>stack</a:t>
            </a:r>
            <a:r>
              <a:rPr lang="es-ES" sz="1400" b="1" dirty="0">
                <a:latin typeface="Bradley Hand ITC" panose="03070402050302030203" pitchFamily="66" charset="0"/>
              </a:rPr>
              <a:t> </a:t>
            </a:r>
          </a:p>
          <a:p>
            <a:r>
              <a:rPr lang="es-ES" sz="1400" b="1" dirty="0" err="1">
                <a:latin typeface="Bradley Hand ITC" panose="03070402050302030203" pitchFamily="66" charset="0"/>
              </a:rPr>
              <a:t>Accion</a:t>
            </a:r>
            <a:r>
              <a:rPr lang="es-ES" sz="1400" b="1" dirty="0">
                <a:latin typeface="Bradley Hand ITC" panose="03070402050302030203" pitchFamily="66" charset="0"/>
              </a:rPr>
              <a:t>: </a:t>
            </a:r>
            <a:r>
              <a:rPr lang="es-ES" sz="1400" b="1" dirty="0" err="1">
                <a:latin typeface="Bradley Hand ITC" panose="03070402050302030203" pitchFamily="66" charset="0"/>
              </a:rPr>
              <a:t>str</a:t>
            </a:r>
            <a:r>
              <a:rPr lang="es-ES" sz="1400" b="1" dirty="0">
                <a:latin typeface="Bradley Hand ITC" panose="03070402050302030203" pitchFamily="66" charset="0"/>
              </a:rPr>
              <a:t>, </a:t>
            </a:r>
            <a:r>
              <a:rPr lang="es-ES" sz="1400" b="1" dirty="0" err="1">
                <a:latin typeface="Bradley Hand ITC" panose="03070402050302030203" pitchFamily="66" charset="0"/>
              </a:rPr>
              <a:t>eq</a:t>
            </a:r>
            <a:r>
              <a:rPr lang="es-ES" sz="1400" b="1" dirty="0">
                <a:latin typeface="Bradley Hand ITC" panose="03070402050302030203" pitchFamily="66" charset="0"/>
              </a:rPr>
              <a:t>, </a:t>
            </a:r>
            <a:r>
              <a:rPr lang="es-ES" sz="1400" b="1" dirty="0" err="1">
                <a:latin typeface="Bradley Hand ITC" panose="03070402050302030203" pitchFamily="66" charset="0"/>
              </a:rPr>
              <a:t>add</a:t>
            </a:r>
            <a:r>
              <a:rPr lang="es-ES" sz="1400" b="1" dirty="0">
                <a:latin typeface="Bradley Hand ITC" panose="03070402050302030203" pitchFamily="66" charset="0"/>
              </a:rPr>
              <a:t> </a:t>
            </a:r>
          </a:p>
          <a:p>
            <a:r>
              <a:rPr lang="es-ES" sz="1400" b="1" dirty="0">
                <a:latin typeface="Bradley Hand ITC" panose="03070402050302030203" pitchFamily="66" charset="0"/>
              </a:rPr>
              <a:t>Objeto: prod1, prod2, prod3</a:t>
            </a:r>
          </a:p>
          <a:p>
            <a:r>
              <a:rPr lang="es-E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oadway" panose="04040905080B02020502" pitchFamily="82" charset="0"/>
              </a:rPr>
              <a:t>Ejemplo (32)</a:t>
            </a:r>
          </a:p>
          <a:p>
            <a:r>
              <a:rPr lang="es-ES" sz="1400" b="1" dirty="0">
                <a:latin typeface="Bradley Hand ITC" panose="03070402050302030203" pitchFamily="66" charset="0"/>
              </a:rPr>
              <a:t>Clase: Cuenta Bancaria </a:t>
            </a:r>
          </a:p>
          <a:p>
            <a:r>
              <a:rPr lang="es-ES" sz="1400" b="1" dirty="0">
                <a:latin typeface="Bradley Hand ITC" panose="03070402050302030203" pitchFamily="66" charset="0"/>
              </a:rPr>
              <a:t>Atributo: titular, saldo </a:t>
            </a:r>
          </a:p>
          <a:p>
            <a:r>
              <a:rPr lang="es-ES" sz="1400" b="1" dirty="0" err="1">
                <a:latin typeface="Bradley Hand ITC" panose="03070402050302030203" pitchFamily="66" charset="0"/>
              </a:rPr>
              <a:t>Accion</a:t>
            </a:r>
            <a:r>
              <a:rPr lang="es-ES" sz="1400" b="1" dirty="0">
                <a:latin typeface="Bradley Hand ITC" panose="03070402050302030203" pitchFamily="66" charset="0"/>
              </a:rPr>
              <a:t>: mostrar </a:t>
            </a:r>
          </a:p>
          <a:p>
            <a:r>
              <a:rPr lang="es-ES" sz="1400" b="1" dirty="0">
                <a:latin typeface="Bradley Hand ITC" panose="03070402050302030203" pitchFamily="66" charset="0"/>
              </a:rPr>
              <a:t>Objeto: cuenta 1, cuenta 2, cuenta 3</a:t>
            </a:r>
          </a:p>
          <a:p>
            <a:endParaRPr lang="es-PE" dirty="0"/>
          </a:p>
        </p:txBody>
      </p:sp>
      <p:sp>
        <p:nvSpPr>
          <p:cNvPr id="1030" name="Rectángulo: esquina doblada 1029">
            <a:extLst>
              <a:ext uri="{FF2B5EF4-FFF2-40B4-BE49-F238E27FC236}">
                <a16:creationId xmlns:a16="http://schemas.microsoft.com/office/drawing/2014/main" id="{B847BA6C-0BA3-D674-D723-DC5FE4DC30DB}"/>
              </a:ext>
            </a:extLst>
          </p:cNvPr>
          <p:cNvSpPr/>
          <p:nvPr/>
        </p:nvSpPr>
        <p:spPr>
          <a:xfrm>
            <a:off x="9330612" y="3786863"/>
            <a:ext cx="1884784" cy="1699537"/>
          </a:xfrm>
          <a:prstGeom prst="foldedCorner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200" b="1" dirty="0">
                <a:latin typeface="Bradley Hand ITC" panose="03070402050302030203" pitchFamily="66" charset="0"/>
              </a:rPr>
              <a:t>isinstance: permite usar (int, float) al mismo tiempo- Lunes Practicastr → mostrareq → comparargt → verificaradd → sumarsub → Restar</a:t>
            </a:r>
          </a:p>
        </p:txBody>
      </p:sp>
    </p:spTree>
    <p:extLst>
      <p:ext uri="{BB962C8B-B14F-4D97-AF65-F5344CB8AC3E}">
        <p14:creationId xmlns:p14="http://schemas.microsoft.com/office/powerpoint/2010/main" val="17105438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Imagen 58">
            <a:extLst>
              <a:ext uri="{FF2B5EF4-FFF2-40B4-BE49-F238E27FC236}">
                <a16:creationId xmlns:a16="http://schemas.microsoft.com/office/drawing/2014/main" id="{617364D5-952F-0645-7DDA-2D140A8A69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849" t="3821" r="6294" b="7410"/>
          <a:stretch/>
        </p:blipFill>
        <p:spPr>
          <a:xfrm>
            <a:off x="6070827" y="2178"/>
            <a:ext cx="6128173" cy="6855822"/>
          </a:xfrm>
          <a:prstGeom prst="rect">
            <a:avLst/>
          </a:prstGeom>
        </p:spPr>
      </p:pic>
      <p:pic>
        <p:nvPicPr>
          <p:cNvPr id="58" name="Imagen 57">
            <a:extLst>
              <a:ext uri="{FF2B5EF4-FFF2-40B4-BE49-F238E27FC236}">
                <a16:creationId xmlns:a16="http://schemas.microsoft.com/office/drawing/2014/main" id="{B2BA1F39-1861-AD11-E2F7-42827CB1812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849" t="3821" r="6294" b="7410"/>
          <a:stretch/>
        </p:blipFill>
        <p:spPr>
          <a:xfrm>
            <a:off x="-13602" y="2178"/>
            <a:ext cx="6128173" cy="6855822"/>
          </a:xfrm>
          <a:prstGeom prst="rect">
            <a:avLst/>
          </a:prstGeom>
        </p:spPr>
      </p:pic>
      <p:grpSp>
        <p:nvGrpSpPr>
          <p:cNvPr id="2" name="Grupo 1">
            <a:extLst>
              <a:ext uri="{FF2B5EF4-FFF2-40B4-BE49-F238E27FC236}">
                <a16:creationId xmlns:a16="http://schemas.microsoft.com/office/drawing/2014/main" id="{5092580F-C9F3-7A31-CE06-9CDC828C12C2}"/>
              </a:ext>
            </a:extLst>
          </p:cNvPr>
          <p:cNvGrpSpPr/>
          <p:nvPr/>
        </p:nvGrpSpPr>
        <p:grpSpPr>
          <a:xfrm>
            <a:off x="5690023" y="559837"/>
            <a:ext cx="811954" cy="5975571"/>
            <a:chOff x="5629279" y="139959"/>
            <a:chExt cx="811954" cy="5975571"/>
          </a:xfrm>
        </p:grpSpPr>
        <p:grpSp>
          <p:nvGrpSpPr>
            <p:cNvPr id="3" name="Grupo 2">
              <a:extLst>
                <a:ext uri="{FF2B5EF4-FFF2-40B4-BE49-F238E27FC236}">
                  <a16:creationId xmlns:a16="http://schemas.microsoft.com/office/drawing/2014/main" id="{4B95AEA8-8337-CA57-B5D5-DDCAB173990E}"/>
                </a:ext>
              </a:extLst>
            </p:cNvPr>
            <p:cNvGrpSpPr/>
            <p:nvPr/>
          </p:nvGrpSpPr>
          <p:grpSpPr>
            <a:xfrm>
              <a:off x="5652018" y="139959"/>
              <a:ext cx="744892" cy="674136"/>
              <a:chOff x="5652018" y="139959"/>
              <a:chExt cx="744892" cy="674136"/>
            </a:xfrm>
          </p:grpSpPr>
          <p:grpSp>
            <p:nvGrpSpPr>
              <p:cNvPr id="54" name="Grupo 53">
                <a:extLst>
                  <a:ext uri="{FF2B5EF4-FFF2-40B4-BE49-F238E27FC236}">
                    <a16:creationId xmlns:a16="http://schemas.microsoft.com/office/drawing/2014/main" id="{93665047-BD38-E8C5-55FA-9AAD57815812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56" name="Elipse 55">
                  <a:extLst>
                    <a:ext uri="{FF2B5EF4-FFF2-40B4-BE49-F238E27FC236}">
                      <a16:creationId xmlns:a16="http://schemas.microsoft.com/office/drawing/2014/main" id="{62C91886-28E8-BC96-6B29-174AA9E63970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57" name="Elipse 56">
                  <a:extLst>
                    <a:ext uri="{FF2B5EF4-FFF2-40B4-BE49-F238E27FC236}">
                      <a16:creationId xmlns:a16="http://schemas.microsoft.com/office/drawing/2014/main" id="{4888716F-7004-D08A-A80F-21E3798D8A3D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55" name="Arco de bloque 54">
                <a:extLst>
                  <a:ext uri="{FF2B5EF4-FFF2-40B4-BE49-F238E27FC236}">
                    <a16:creationId xmlns:a16="http://schemas.microsoft.com/office/drawing/2014/main" id="{FB575EA3-04A9-FD3C-BC70-3DE69A49765A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" name="Grupo 3">
              <a:extLst>
                <a:ext uri="{FF2B5EF4-FFF2-40B4-BE49-F238E27FC236}">
                  <a16:creationId xmlns:a16="http://schemas.microsoft.com/office/drawing/2014/main" id="{C6718C26-251E-81D1-0E67-FFBB26BC2CFA}"/>
                </a:ext>
              </a:extLst>
            </p:cNvPr>
            <p:cNvGrpSpPr/>
            <p:nvPr/>
          </p:nvGrpSpPr>
          <p:grpSpPr>
            <a:xfrm>
              <a:off x="5674767" y="2358308"/>
              <a:ext cx="744892" cy="674136"/>
              <a:chOff x="5652018" y="139959"/>
              <a:chExt cx="744892" cy="674136"/>
            </a:xfrm>
          </p:grpSpPr>
          <p:grpSp>
            <p:nvGrpSpPr>
              <p:cNvPr id="50" name="Grupo 49">
                <a:extLst>
                  <a:ext uri="{FF2B5EF4-FFF2-40B4-BE49-F238E27FC236}">
                    <a16:creationId xmlns:a16="http://schemas.microsoft.com/office/drawing/2014/main" id="{E7BBE651-8EAD-8508-7716-9CBFC28ECEE6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52" name="Elipse 51">
                  <a:extLst>
                    <a:ext uri="{FF2B5EF4-FFF2-40B4-BE49-F238E27FC236}">
                      <a16:creationId xmlns:a16="http://schemas.microsoft.com/office/drawing/2014/main" id="{FCF6D69A-3B48-DCCD-3A93-1DCB16EADB4F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53" name="Elipse 52">
                  <a:extLst>
                    <a:ext uri="{FF2B5EF4-FFF2-40B4-BE49-F238E27FC236}">
                      <a16:creationId xmlns:a16="http://schemas.microsoft.com/office/drawing/2014/main" id="{10002A2D-2DF6-5BEA-A3F5-154009179BB1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51" name="Arco de bloque 50">
                <a:extLst>
                  <a:ext uri="{FF2B5EF4-FFF2-40B4-BE49-F238E27FC236}">
                    <a16:creationId xmlns:a16="http://schemas.microsoft.com/office/drawing/2014/main" id="{D8A32F20-042B-F576-8122-156FF5B60DC7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" name="Grupo 4">
              <a:extLst>
                <a:ext uri="{FF2B5EF4-FFF2-40B4-BE49-F238E27FC236}">
                  <a16:creationId xmlns:a16="http://schemas.microsoft.com/office/drawing/2014/main" id="{6C6C5A30-1B92-ED63-D49F-6B6905A94EBC}"/>
                </a:ext>
              </a:extLst>
            </p:cNvPr>
            <p:cNvGrpSpPr/>
            <p:nvPr/>
          </p:nvGrpSpPr>
          <p:grpSpPr>
            <a:xfrm>
              <a:off x="5650853" y="1167491"/>
              <a:ext cx="744892" cy="674136"/>
              <a:chOff x="5652018" y="139959"/>
              <a:chExt cx="744892" cy="674136"/>
            </a:xfrm>
          </p:grpSpPr>
          <p:grpSp>
            <p:nvGrpSpPr>
              <p:cNvPr id="46" name="Grupo 45">
                <a:extLst>
                  <a:ext uri="{FF2B5EF4-FFF2-40B4-BE49-F238E27FC236}">
                    <a16:creationId xmlns:a16="http://schemas.microsoft.com/office/drawing/2014/main" id="{C3F6F9F4-18B8-BE2D-1C87-D43463341784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48" name="Elipse 47">
                  <a:extLst>
                    <a:ext uri="{FF2B5EF4-FFF2-40B4-BE49-F238E27FC236}">
                      <a16:creationId xmlns:a16="http://schemas.microsoft.com/office/drawing/2014/main" id="{E5F010A5-0791-6064-8A44-D0A50EA953F2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49" name="Elipse 48">
                  <a:extLst>
                    <a:ext uri="{FF2B5EF4-FFF2-40B4-BE49-F238E27FC236}">
                      <a16:creationId xmlns:a16="http://schemas.microsoft.com/office/drawing/2014/main" id="{067D677F-1BC1-748A-E36A-57E2C182A679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47" name="Arco de bloque 46">
                <a:extLst>
                  <a:ext uri="{FF2B5EF4-FFF2-40B4-BE49-F238E27FC236}">
                    <a16:creationId xmlns:a16="http://schemas.microsoft.com/office/drawing/2014/main" id="{3921AFD5-BAB6-062C-4509-E22C990EDF86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DE198F09-0906-0654-5602-D4EDEE1E77DA}"/>
                </a:ext>
              </a:extLst>
            </p:cNvPr>
            <p:cNvGrpSpPr/>
            <p:nvPr/>
          </p:nvGrpSpPr>
          <p:grpSpPr>
            <a:xfrm>
              <a:off x="5629279" y="1726160"/>
              <a:ext cx="744892" cy="674136"/>
              <a:chOff x="5652018" y="139959"/>
              <a:chExt cx="744892" cy="674136"/>
            </a:xfrm>
          </p:grpSpPr>
          <p:grpSp>
            <p:nvGrpSpPr>
              <p:cNvPr id="42" name="Grupo 41">
                <a:extLst>
                  <a:ext uri="{FF2B5EF4-FFF2-40B4-BE49-F238E27FC236}">
                    <a16:creationId xmlns:a16="http://schemas.microsoft.com/office/drawing/2014/main" id="{0EE06140-DD3F-87F9-1DCA-DDEBC6C78AA3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44" name="Elipse 43">
                  <a:extLst>
                    <a:ext uri="{FF2B5EF4-FFF2-40B4-BE49-F238E27FC236}">
                      <a16:creationId xmlns:a16="http://schemas.microsoft.com/office/drawing/2014/main" id="{DAE66BA5-A8A8-CA02-9E33-BD93B4FD068C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45" name="Elipse 44">
                  <a:extLst>
                    <a:ext uri="{FF2B5EF4-FFF2-40B4-BE49-F238E27FC236}">
                      <a16:creationId xmlns:a16="http://schemas.microsoft.com/office/drawing/2014/main" id="{609272F6-F6CC-8863-A398-582BF5469F06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43" name="Arco de bloque 42">
                <a:extLst>
                  <a:ext uri="{FF2B5EF4-FFF2-40B4-BE49-F238E27FC236}">
                    <a16:creationId xmlns:a16="http://schemas.microsoft.com/office/drawing/2014/main" id="{C2C51091-091C-C848-6B89-C871F768895B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7" name="Grupo 6">
              <a:extLst>
                <a:ext uri="{FF2B5EF4-FFF2-40B4-BE49-F238E27FC236}">
                  <a16:creationId xmlns:a16="http://schemas.microsoft.com/office/drawing/2014/main" id="{CCE47B9F-8092-F9CC-0FE6-3562BDED6FBC}"/>
                </a:ext>
              </a:extLst>
            </p:cNvPr>
            <p:cNvGrpSpPr/>
            <p:nvPr/>
          </p:nvGrpSpPr>
          <p:grpSpPr>
            <a:xfrm>
              <a:off x="5653963" y="658000"/>
              <a:ext cx="744892" cy="674136"/>
              <a:chOff x="5652018" y="139959"/>
              <a:chExt cx="744892" cy="674136"/>
            </a:xfrm>
          </p:grpSpPr>
          <p:grpSp>
            <p:nvGrpSpPr>
              <p:cNvPr id="38" name="Grupo 37">
                <a:extLst>
                  <a:ext uri="{FF2B5EF4-FFF2-40B4-BE49-F238E27FC236}">
                    <a16:creationId xmlns:a16="http://schemas.microsoft.com/office/drawing/2014/main" id="{3A8DA23F-66EA-0E3E-861F-2175966FBF12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40" name="Elipse 39">
                  <a:extLst>
                    <a:ext uri="{FF2B5EF4-FFF2-40B4-BE49-F238E27FC236}">
                      <a16:creationId xmlns:a16="http://schemas.microsoft.com/office/drawing/2014/main" id="{EEB902FB-D9D9-66EE-966B-127A549257A5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41" name="Elipse 40">
                  <a:extLst>
                    <a:ext uri="{FF2B5EF4-FFF2-40B4-BE49-F238E27FC236}">
                      <a16:creationId xmlns:a16="http://schemas.microsoft.com/office/drawing/2014/main" id="{CC290B7E-FF9B-0BBC-5068-5FF620690D44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39" name="Arco de bloque 38">
                <a:extLst>
                  <a:ext uri="{FF2B5EF4-FFF2-40B4-BE49-F238E27FC236}">
                    <a16:creationId xmlns:a16="http://schemas.microsoft.com/office/drawing/2014/main" id="{67B139A8-0A57-975A-00DB-63E9BC6303E6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8" name="Grupo 7">
              <a:extLst>
                <a:ext uri="{FF2B5EF4-FFF2-40B4-BE49-F238E27FC236}">
                  <a16:creationId xmlns:a16="http://schemas.microsoft.com/office/drawing/2014/main" id="{F96D3788-AE33-E16F-787C-2299051F065E}"/>
                </a:ext>
              </a:extLst>
            </p:cNvPr>
            <p:cNvGrpSpPr/>
            <p:nvPr/>
          </p:nvGrpSpPr>
          <p:grpSpPr>
            <a:xfrm>
              <a:off x="5652799" y="608822"/>
              <a:ext cx="744892" cy="674136"/>
              <a:chOff x="5652018" y="139959"/>
              <a:chExt cx="744892" cy="674136"/>
            </a:xfrm>
          </p:grpSpPr>
          <p:grpSp>
            <p:nvGrpSpPr>
              <p:cNvPr id="34" name="Grupo 33">
                <a:extLst>
                  <a:ext uri="{FF2B5EF4-FFF2-40B4-BE49-F238E27FC236}">
                    <a16:creationId xmlns:a16="http://schemas.microsoft.com/office/drawing/2014/main" id="{02B2F13B-384D-61C9-55A9-AB3A5F78481E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36" name="Elipse 35">
                  <a:extLst>
                    <a:ext uri="{FF2B5EF4-FFF2-40B4-BE49-F238E27FC236}">
                      <a16:creationId xmlns:a16="http://schemas.microsoft.com/office/drawing/2014/main" id="{0E53C8FC-1BC4-CC29-9A54-FCB5A500C2F9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37" name="Elipse 36">
                  <a:extLst>
                    <a:ext uri="{FF2B5EF4-FFF2-40B4-BE49-F238E27FC236}">
                      <a16:creationId xmlns:a16="http://schemas.microsoft.com/office/drawing/2014/main" id="{FA27FEC3-1C12-B756-AADD-96A764513C35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35" name="Arco de bloque 34">
                <a:extLst>
                  <a:ext uri="{FF2B5EF4-FFF2-40B4-BE49-F238E27FC236}">
                    <a16:creationId xmlns:a16="http://schemas.microsoft.com/office/drawing/2014/main" id="{763EFA9A-04D5-BB58-140D-46BECEF6A3DC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9BF74C04-7A15-F091-E9AE-BDEC589E38E3}"/>
                </a:ext>
              </a:extLst>
            </p:cNvPr>
            <p:cNvGrpSpPr/>
            <p:nvPr/>
          </p:nvGrpSpPr>
          <p:grpSpPr>
            <a:xfrm>
              <a:off x="5656494" y="2956438"/>
              <a:ext cx="744892" cy="674136"/>
              <a:chOff x="5652018" y="139959"/>
              <a:chExt cx="744892" cy="674136"/>
            </a:xfrm>
          </p:grpSpPr>
          <p:grpSp>
            <p:nvGrpSpPr>
              <p:cNvPr id="30" name="Grupo 29">
                <a:extLst>
                  <a:ext uri="{FF2B5EF4-FFF2-40B4-BE49-F238E27FC236}">
                    <a16:creationId xmlns:a16="http://schemas.microsoft.com/office/drawing/2014/main" id="{92000BFD-905B-982E-5361-984A12D0B399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32" name="Elipse 31">
                  <a:extLst>
                    <a:ext uri="{FF2B5EF4-FFF2-40B4-BE49-F238E27FC236}">
                      <a16:creationId xmlns:a16="http://schemas.microsoft.com/office/drawing/2014/main" id="{99A34AC8-28A1-CD81-F561-FF20E0A00837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33" name="Elipse 32">
                  <a:extLst>
                    <a:ext uri="{FF2B5EF4-FFF2-40B4-BE49-F238E27FC236}">
                      <a16:creationId xmlns:a16="http://schemas.microsoft.com/office/drawing/2014/main" id="{8FD7C52E-9D83-95EE-AC02-B1D931867B46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31" name="Arco de bloque 30">
                <a:extLst>
                  <a:ext uri="{FF2B5EF4-FFF2-40B4-BE49-F238E27FC236}">
                    <a16:creationId xmlns:a16="http://schemas.microsoft.com/office/drawing/2014/main" id="{DDD36446-24AD-7DF1-A251-0491F40189DB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F393EBBA-CC0B-46B0-BE7B-71EE9867BA7F}"/>
                </a:ext>
              </a:extLst>
            </p:cNvPr>
            <p:cNvGrpSpPr/>
            <p:nvPr/>
          </p:nvGrpSpPr>
          <p:grpSpPr>
            <a:xfrm>
              <a:off x="5653193" y="3582761"/>
              <a:ext cx="744892" cy="674136"/>
              <a:chOff x="5652018" y="139959"/>
              <a:chExt cx="744892" cy="674136"/>
            </a:xfrm>
          </p:grpSpPr>
          <p:grpSp>
            <p:nvGrpSpPr>
              <p:cNvPr id="26" name="Grupo 25">
                <a:extLst>
                  <a:ext uri="{FF2B5EF4-FFF2-40B4-BE49-F238E27FC236}">
                    <a16:creationId xmlns:a16="http://schemas.microsoft.com/office/drawing/2014/main" id="{536BA60D-C87F-ACAA-D77B-11CEC101B285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28" name="Elipse 27">
                  <a:extLst>
                    <a:ext uri="{FF2B5EF4-FFF2-40B4-BE49-F238E27FC236}">
                      <a16:creationId xmlns:a16="http://schemas.microsoft.com/office/drawing/2014/main" id="{A4FB864F-3111-8358-27CE-9116453E54D1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29" name="Elipse 28">
                  <a:extLst>
                    <a:ext uri="{FF2B5EF4-FFF2-40B4-BE49-F238E27FC236}">
                      <a16:creationId xmlns:a16="http://schemas.microsoft.com/office/drawing/2014/main" id="{6F51D2D5-62CD-0EF4-5BBD-E37950C7A8FA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27" name="Arco de bloque 26">
                <a:extLst>
                  <a:ext uri="{FF2B5EF4-FFF2-40B4-BE49-F238E27FC236}">
                    <a16:creationId xmlns:a16="http://schemas.microsoft.com/office/drawing/2014/main" id="{823688EC-1CBE-47E8-4F9F-9E98433D48B4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1" name="Grupo 10">
              <a:extLst>
                <a:ext uri="{FF2B5EF4-FFF2-40B4-BE49-F238E27FC236}">
                  <a16:creationId xmlns:a16="http://schemas.microsoft.com/office/drawing/2014/main" id="{DBBE44D8-577C-B8C7-32B8-E5F1570B06B5}"/>
                </a:ext>
              </a:extLst>
            </p:cNvPr>
            <p:cNvGrpSpPr/>
            <p:nvPr/>
          </p:nvGrpSpPr>
          <p:grpSpPr>
            <a:xfrm>
              <a:off x="5670491" y="4210234"/>
              <a:ext cx="744892" cy="674136"/>
              <a:chOff x="5652018" y="139959"/>
              <a:chExt cx="744892" cy="674136"/>
            </a:xfrm>
          </p:grpSpPr>
          <p:grpSp>
            <p:nvGrpSpPr>
              <p:cNvPr id="22" name="Grupo 21">
                <a:extLst>
                  <a:ext uri="{FF2B5EF4-FFF2-40B4-BE49-F238E27FC236}">
                    <a16:creationId xmlns:a16="http://schemas.microsoft.com/office/drawing/2014/main" id="{E5C7B4F9-0A61-8A22-ABB3-E3DBC61102F8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24" name="Elipse 23">
                  <a:extLst>
                    <a:ext uri="{FF2B5EF4-FFF2-40B4-BE49-F238E27FC236}">
                      <a16:creationId xmlns:a16="http://schemas.microsoft.com/office/drawing/2014/main" id="{118EF317-9AF1-E40C-2017-DA0C0F273CA7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25" name="Elipse 24">
                  <a:extLst>
                    <a:ext uri="{FF2B5EF4-FFF2-40B4-BE49-F238E27FC236}">
                      <a16:creationId xmlns:a16="http://schemas.microsoft.com/office/drawing/2014/main" id="{DEC601EC-9374-7553-77DD-871FBB222082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23" name="Arco de bloque 22">
                <a:extLst>
                  <a:ext uri="{FF2B5EF4-FFF2-40B4-BE49-F238E27FC236}">
                    <a16:creationId xmlns:a16="http://schemas.microsoft.com/office/drawing/2014/main" id="{D38B6D82-836A-BFBF-E200-52864F0F65A1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2" name="Grupo 11">
              <a:extLst>
                <a:ext uri="{FF2B5EF4-FFF2-40B4-BE49-F238E27FC236}">
                  <a16:creationId xmlns:a16="http://schemas.microsoft.com/office/drawing/2014/main" id="{8544EF75-2AD0-6BBE-B757-9176142E805D}"/>
                </a:ext>
              </a:extLst>
            </p:cNvPr>
            <p:cNvGrpSpPr/>
            <p:nvPr/>
          </p:nvGrpSpPr>
          <p:grpSpPr>
            <a:xfrm>
              <a:off x="5696341" y="4830379"/>
              <a:ext cx="744892" cy="674136"/>
              <a:chOff x="5652018" y="139959"/>
              <a:chExt cx="744892" cy="674136"/>
            </a:xfrm>
          </p:grpSpPr>
          <p:grpSp>
            <p:nvGrpSpPr>
              <p:cNvPr id="18" name="Grupo 17">
                <a:extLst>
                  <a:ext uri="{FF2B5EF4-FFF2-40B4-BE49-F238E27FC236}">
                    <a16:creationId xmlns:a16="http://schemas.microsoft.com/office/drawing/2014/main" id="{4E0B4CC2-FD8B-D910-4EF0-76149FF7AC71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20" name="Elipse 19">
                  <a:extLst>
                    <a:ext uri="{FF2B5EF4-FFF2-40B4-BE49-F238E27FC236}">
                      <a16:creationId xmlns:a16="http://schemas.microsoft.com/office/drawing/2014/main" id="{5F6B5917-4507-3554-C23E-873F176F86AC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21" name="Elipse 20">
                  <a:extLst>
                    <a:ext uri="{FF2B5EF4-FFF2-40B4-BE49-F238E27FC236}">
                      <a16:creationId xmlns:a16="http://schemas.microsoft.com/office/drawing/2014/main" id="{97F5C3EE-C8ED-AA3F-B7A2-F660796DD127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19" name="Arco de bloque 18">
                <a:extLst>
                  <a:ext uri="{FF2B5EF4-FFF2-40B4-BE49-F238E27FC236}">
                    <a16:creationId xmlns:a16="http://schemas.microsoft.com/office/drawing/2014/main" id="{C012EF9A-B12F-3197-D367-4048E0DEDD95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3" name="Grupo 12">
              <a:extLst>
                <a:ext uri="{FF2B5EF4-FFF2-40B4-BE49-F238E27FC236}">
                  <a16:creationId xmlns:a16="http://schemas.microsoft.com/office/drawing/2014/main" id="{72BB96AE-16D6-DE07-7A23-EE5D4533CCCF}"/>
                </a:ext>
              </a:extLst>
            </p:cNvPr>
            <p:cNvGrpSpPr/>
            <p:nvPr/>
          </p:nvGrpSpPr>
          <p:grpSpPr>
            <a:xfrm>
              <a:off x="5687398" y="5441394"/>
              <a:ext cx="744892" cy="674136"/>
              <a:chOff x="5652018" y="139959"/>
              <a:chExt cx="744892" cy="674136"/>
            </a:xfrm>
          </p:grpSpPr>
          <p:grpSp>
            <p:nvGrpSpPr>
              <p:cNvPr id="14" name="Grupo 13">
                <a:extLst>
                  <a:ext uri="{FF2B5EF4-FFF2-40B4-BE49-F238E27FC236}">
                    <a16:creationId xmlns:a16="http://schemas.microsoft.com/office/drawing/2014/main" id="{0857CC6D-49B5-D241-2D9E-4791AD215890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16" name="Elipse 15">
                  <a:extLst>
                    <a:ext uri="{FF2B5EF4-FFF2-40B4-BE49-F238E27FC236}">
                      <a16:creationId xmlns:a16="http://schemas.microsoft.com/office/drawing/2014/main" id="{4094A46C-3019-95E3-154B-CAB4C092DEFB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17" name="Elipse 16">
                  <a:extLst>
                    <a:ext uri="{FF2B5EF4-FFF2-40B4-BE49-F238E27FC236}">
                      <a16:creationId xmlns:a16="http://schemas.microsoft.com/office/drawing/2014/main" id="{9D552700-E0D7-2708-B7C7-0210ED9D029D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15" name="Arco de bloque 14">
                <a:extLst>
                  <a:ext uri="{FF2B5EF4-FFF2-40B4-BE49-F238E27FC236}">
                    <a16:creationId xmlns:a16="http://schemas.microsoft.com/office/drawing/2014/main" id="{C0CC579D-B38E-18D3-1285-A53A010466A2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60" name="CuadroTexto 59">
            <a:extLst>
              <a:ext uri="{FF2B5EF4-FFF2-40B4-BE49-F238E27FC236}">
                <a16:creationId xmlns:a16="http://schemas.microsoft.com/office/drawing/2014/main" id="{A3109928-2385-0719-9089-CEBDC6A9CB02}"/>
              </a:ext>
            </a:extLst>
          </p:cNvPr>
          <p:cNvSpPr txBox="1"/>
          <p:nvPr/>
        </p:nvSpPr>
        <p:spPr>
          <a:xfrm>
            <a:off x="765111" y="1114158"/>
            <a:ext cx="441887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oadway" panose="04040905080B02020502" pitchFamily="82" charset="0"/>
              </a:rPr>
              <a:t>Ejemplo (37) </a:t>
            </a:r>
          </a:p>
          <a:p>
            <a:r>
              <a:rPr lang="es-ES" b="1" dirty="0">
                <a:latin typeface="Bradley Hand ITC" panose="03070402050302030203" pitchFamily="66" charset="0"/>
              </a:rPr>
              <a:t>Clase: Libro </a:t>
            </a:r>
          </a:p>
          <a:p>
            <a:r>
              <a:rPr lang="es-ES" b="1" dirty="0">
                <a:latin typeface="Bradley Hand ITC" panose="03070402050302030203" pitchFamily="66" charset="0"/>
              </a:rPr>
              <a:t>Atributo: titulo, autor, </a:t>
            </a:r>
            <a:r>
              <a:rPr lang="es-ES" b="1" dirty="0" err="1">
                <a:latin typeface="Bradley Hand ITC" panose="03070402050302030203" pitchFamily="66" charset="0"/>
              </a:rPr>
              <a:t>anio</a:t>
            </a:r>
            <a:r>
              <a:rPr lang="es-ES" b="1" dirty="0">
                <a:latin typeface="Bradley Hand ITC" panose="03070402050302030203" pitchFamily="66" charset="0"/>
              </a:rPr>
              <a:t> </a:t>
            </a:r>
          </a:p>
          <a:p>
            <a:r>
              <a:rPr lang="es-ES" b="1" dirty="0" err="1">
                <a:latin typeface="Bradley Hand ITC" panose="03070402050302030203" pitchFamily="66" charset="0"/>
              </a:rPr>
              <a:t>Accion</a:t>
            </a:r>
            <a:r>
              <a:rPr lang="es-ES" b="1" dirty="0">
                <a:latin typeface="Bradley Hand ITC" panose="03070402050302030203" pitchFamily="66" charset="0"/>
              </a:rPr>
              <a:t>: mostrar </a:t>
            </a:r>
            <a:r>
              <a:rPr lang="es-ES" b="1" dirty="0" err="1">
                <a:latin typeface="Bradley Hand ITC" panose="03070402050302030203" pitchFamily="66" charset="0"/>
              </a:rPr>
              <a:t>informacion</a:t>
            </a:r>
            <a:r>
              <a:rPr lang="es-ES" b="1" dirty="0">
                <a:latin typeface="Bradley Hand ITC" panose="03070402050302030203" pitchFamily="66" charset="0"/>
              </a:rPr>
              <a:t> </a:t>
            </a:r>
          </a:p>
          <a:p>
            <a:r>
              <a:rPr lang="es-ES" b="1" dirty="0">
                <a:latin typeface="Bradley Hand ITC" panose="03070402050302030203" pitchFamily="66" charset="0"/>
              </a:rPr>
              <a:t>Objeto: biblioteca</a:t>
            </a:r>
          </a:p>
          <a:p>
            <a:r>
              <a:rPr lang="es-E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oadway" panose="04040905080B02020502" pitchFamily="82" charset="0"/>
              </a:rPr>
              <a:t>Ejemplo (38) </a:t>
            </a:r>
          </a:p>
          <a:p>
            <a:r>
              <a:rPr lang="es-ES" b="1" dirty="0">
                <a:latin typeface="Bradley Hand ITC" panose="03070402050302030203" pitchFamily="66" charset="0"/>
              </a:rPr>
              <a:t>Clase: Producto </a:t>
            </a:r>
          </a:p>
          <a:p>
            <a:r>
              <a:rPr lang="es-ES" b="1" dirty="0">
                <a:latin typeface="Bradley Hand ITC" panose="03070402050302030203" pitchFamily="66" charset="0"/>
              </a:rPr>
              <a:t>Atributo: nombre, precio, cantidad </a:t>
            </a:r>
          </a:p>
          <a:p>
            <a:r>
              <a:rPr lang="es-ES" b="1" dirty="0" err="1">
                <a:latin typeface="Bradley Hand ITC" panose="03070402050302030203" pitchFamily="66" charset="0"/>
              </a:rPr>
              <a:t>Accion</a:t>
            </a:r>
            <a:r>
              <a:rPr lang="es-ES" b="1" dirty="0">
                <a:latin typeface="Bradley Hand ITC" panose="03070402050302030203" pitchFamily="66" charset="0"/>
              </a:rPr>
              <a:t>: mostrar </a:t>
            </a:r>
            <a:r>
              <a:rPr lang="es-ES" b="1" dirty="0" err="1">
                <a:latin typeface="Bradley Hand ITC" panose="03070402050302030203" pitchFamily="66" charset="0"/>
              </a:rPr>
              <a:t>informacion</a:t>
            </a:r>
            <a:r>
              <a:rPr lang="es-ES" b="1" dirty="0">
                <a:latin typeface="Bradley Hand ITC" panose="03070402050302030203" pitchFamily="66" charset="0"/>
              </a:rPr>
              <a:t> </a:t>
            </a:r>
          </a:p>
          <a:p>
            <a:r>
              <a:rPr lang="es-ES" b="1" dirty="0">
                <a:latin typeface="Bradley Hand ITC" panose="03070402050302030203" pitchFamily="66" charset="0"/>
              </a:rPr>
              <a:t>Objeto: </a:t>
            </a:r>
            <a:r>
              <a:rPr lang="es-ES" b="1" dirty="0" err="1">
                <a:latin typeface="Bradley Hand ITC" panose="03070402050302030203" pitchFamily="66" charset="0"/>
              </a:rPr>
              <a:t>producto_datos</a:t>
            </a:r>
            <a:endParaRPr lang="es-ES" b="1" dirty="0">
              <a:latin typeface="Bradley Hand ITC" panose="03070402050302030203" pitchFamily="66" charset="0"/>
            </a:endParaRPr>
          </a:p>
          <a:p>
            <a:r>
              <a:rPr lang="es-ES" b="1" dirty="0">
                <a:solidFill>
                  <a:srgbClr val="C00000"/>
                </a:solidFill>
                <a:latin typeface="Broadway" panose="04040905080B02020502" pitchFamily="82" charset="0"/>
              </a:rPr>
              <a:t>Ejemplo (39) </a:t>
            </a:r>
          </a:p>
          <a:p>
            <a:r>
              <a:rPr lang="es-ES" b="1" dirty="0">
                <a:latin typeface="Bradley Hand ITC" panose="03070402050302030203" pitchFamily="66" charset="0"/>
              </a:rPr>
              <a:t>clase: Curso </a:t>
            </a:r>
          </a:p>
          <a:p>
            <a:r>
              <a:rPr lang="es-ES" b="1" dirty="0">
                <a:latin typeface="Bradley Hand ITC" panose="03070402050302030203" pitchFamily="66" charset="0"/>
              </a:rPr>
              <a:t>Atributo: nombre, </a:t>
            </a:r>
            <a:r>
              <a:rPr lang="es-ES" b="1" dirty="0" err="1">
                <a:latin typeface="Bradley Hand ITC" panose="03070402050302030203" pitchFamily="66" charset="0"/>
              </a:rPr>
              <a:t>codigo</a:t>
            </a:r>
            <a:r>
              <a:rPr lang="es-ES" b="1" dirty="0">
                <a:latin typeface="Bradley Hand ITC" panose="03070402050302030203" pitchFamily="66" charset="0"/>
              </a:rPr>
              <a:t>, profesor </a:t>
            </a:r>
          </a:p>
          <a:p>
            <a:r>
              <a:rPr lang="es-ES" b="1" dirty="0" err="1">
                <a:latin typeface="Bradley Hand ITC" panose="03070402050302030203" pitchFamily="66" charset="0"/>
              </a:rPr>
              <a:t>Accion</a:t>
            </a:r>
            <a:r>
              <a:rPr lang="es-ES" b="1" dirty="0">
                <a:latin typeface="Bradley Hand ITC" panose="03070402050302030203" pitchFamily="66" charset="0"/>
              </a:rPr>
              <a:t>: mostrar </a:t>
            </a:r>
            <a:r>
              <a:rPr lang="es-ES" b="1" dirty="0" err="1">
                <a:latin typeface="Bradley Hand ITC" panose="03070402050302030203" pitchFamily="66" charset="0"/>
              </a:rPr>
              <a:t>informacion</a:t>
            </a:r>
            <a:r>
              <a:rPr lang="es-ES" b="1" dirty="0">
                <a:latin typeface="Bradley Hand ITC" panose="03070402050302030203" pitchFamily="66" charset="0"/>
              </a:rPr>
              <a:t> </a:t>
            </a:r>
          </a:p>
          <a:p>
            <a:r>
              <a:rPr lang="es-ES" b="1" dirty="0">
                <a:latin typeface="Bradley Hand ITC" panose="03070402050302030203" pitchFamily="66" charset="0"/>
              </a:rPr>
              <a:t>Objeto: </a:t>
            </a:r>
            <a:r>
              <a:rPr lang="es-ES" b="1" dirty="0" err="1">
                <a:latin typeface="Bradley Hand ITC" panose="03070402050302030203" pitchFamily="66" charset="0"/>
              </a:rPr>
              <a:t>curso_datos</a:t>
            </a:r>
            <a:endParaRPr lang="es-ES" b="1" dirty="0">
              <a:latin typeface="Bradley Hand ITC" panose="03070402050302030203" pitchFamily="66" charset="0"/>
            </a:endParaRPr>
          </a:p>
          <a:p>
            <a:endParaRPr lang="es-PE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EC5F6E4-F647-6DEE-F272-959D5F3C985B}"/>
              </a:ext>
            </a:extLst>
          </p:cNvPr>
          <p:cNvSpPr txBox="1"/>
          <p:nvPr/>
        </p:nvSpPr>
        <p:spPr>
          <a:xfrm>
            <a:off x="6672653" y="559837"/>
            <a:ext cx="4965730" cy="6032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 err="1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oadway" panose="04040905080B02020502" pitchFamily="82" charset="0"/>
              </a:rPr>
              <a:t>Relacion</a:t>
            </a:r>
            <a:r>
              <a:rPr lang="es-ES" sz="2400" b="1" dirty="0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oadway" panose="04040905080B02020502" pitchFamily="82" charset="0"/>
              </a:rPr>
              <a:t> entre Clases</a:t>
            </a:r>
          </a:p>
          <a:p>
            <a:pPr algn="just"/>
            <a:r>
              <a:rPr lang="es-ES" sz="1400" b="1" dirty="0">
                <a:latin typeface="Bradley Hand ITC" panose="03070402050302030203" pitchFamily="66" charset="0"/>
              </a:rPr>
              <a:t>En la programación orientada a Objetos en Python, las relaciones entre clases permiten modelar como los objetos </a:t>
            </a:r>
            <a:r>
              <a:rPr lang="es-ES" sz="1400" b="1" dirty="0" err="1">
                <a:latin typeface="Bradley Hand ITC" panose="03070402050302030203" pitchFamily="66" charset="0"/>
              </a:rPr>
              <a:t>interactuan</a:t>
            </a:r>
            <a:r>
              <a:rPr lang="es-ES" sz="1400" b="1" dirty="0">
                <a:latin typeface="Bradley Hand ITC" panose="03070402050302030203" pitchFamily="66" charset="0"/>
              </a:rPr>
              <a:t> entre si en un sistema. Existen 3 relaciones fundamentales que definen como una clase puede relacionar con otra.</a:t>
            </a:r>
          </a:p>
          <a:p>
            <a:pPr algn="just"/>
            <a:r>
              <a:rPr lang="es-ES" sz="1600" b="1" dirty="0">
                <a:solidFill>
                  <a:schemeClr val="accent3">
                    <a:lumMod val="75000"/>
                  </a:schemeClr>
                </a:solidFill>
                <a:latin typeface="Broadway" panose="04040905080B02020502" pitchFamily="82" charset="0"/>
              </a:rPr>
              <a:t>1- Asociación. (10)</a:t>
            </a:r>
          </a:p>
          <a:p>
            <a:pPr algn="just"/>
            <a:r>
              <a:rPr lang="es-ES" sz="1400" b="1" dirty="0">
                <a:latin typeface="Bradley Hand ITC" panose="03070402050302030203" pitchFamily="66" charset="0"/>
              </a:rPr>
              <a:t>La asociación es una </a:t>
            </a:r>
            <a:r>
              <a:rPr lang="es-ES" sz="1400" b="1" dirty="0" err="1">
                <a:latin typeface="Bradley Hand ITC" panose="03070402050302030203" pitchFamily="66" charset="0"/>
              </a:rPr>
              <a:t>relacion</a:t>
            </a:r>
            <a:r>
              <a:rPr lang="es-ES" sz="1400" b="1" dirty="0">
                <a:latin typeface="Bradley Hand ITC" panose="03070402050302030203" pitchFamily="66" charset="0"/>
              </a:rPr>
              <a:t> general entre dos clases, donde una clase utiliza a otra. Esta </a:t>
            </a:r>
            <a:r>
              <a:rPr lang="es-ES" sz="1400" b="1" dirty="0" err="1">
                <a:latin typeface="Bradley Hand ITC" panose="03070402050302030203" pitchFamily="66" charset="0"/>
              </a:rPr>
              <a:t>relacion</a:t>
            </a:r>
            <a:r>
              <a:rPr lang="es-ES" sz="1400" b="1" dirty="0">
                <a:latin typeface="Bradley Hand ITC" panose="03070402050302030203" pitchFamily="66" charset="0"/>
              </a:rPr>
              <a:t> no implica propiedad ni dependencia fuerte.</a:t>
            </a:r>
          </a:p>
          <a:p>
            <a:r>
              <a:rPr lang="es-ES" sz="1600" b="1" dirty="0">
                <a:solidFill>
                  <a:schemeClr val="accent3">
                    <a:lumMod val="75000"/>
                  </a:schemeClr>
                </a:solidFill>
                <a:latin typeface="Broadway" panose="04040905080B02020502" pitchFamily="82" charset="0"/>
              </a:rPr>
              <a:t>Características: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s-ES" sz="1400" b="1" dirty="0">
                <a:latin typeface="Bradley Hand ITC" panose="03070402050302030203" pitchFamily="66" charset="0"/>
              </a:rPr>
              <a:t>Los objetos </a:t>
            </a:r>
            <a:r>
              <a:rPr lang="es-ES" sz="1400" b="1" dirty="0" err="1">
                <a:latin typeface="Bradley Hand ITC" panose="03070402050302030203" pitchFamily="66" charset="0"/>
              </a:rPr>
              <a:t>estan</a:t>
            </a:r>
            <a:r>
              <a:rPr lang="es-ES" sz="1400" b="1" dirty="0">
                <a:latin typeface="Bradley Hand ITC" panose="03070402050302030203" pitchFamily="66" charset="0"/>
              </a:rPr>
              <a:t> relacionados pero son independientes.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s-ES" sz="1400" b="1" dirty="0">
                <a:latin typeface="Bradley Hand ITC" panose="03070402050302030203" pitchFamily="66" charset="0"/>
              </a:rPr>
              <a:t>Puede ser unidireccional o bidireccional.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s-ES" sz="1400" b="1" dirty="0">
                <a:latin typeface="Bradley Hand ITC" panose="03070402050302030203" pitchFamily="66" charset="0"/>
              </a:rPr>
              <a:t>Se basa en el uso de instancias de otra clase.</a:t>
            </a:r>
          </a:p>
          <a:p>
            <a:pPr algn="just"/>
            <a:r>
              <a:rPr lang="es-ES" sz="1600" b="1" dirty="0">
                <a:solidFill>
                  <a:schemeClr val="accent3">
                    <a:lumMod val="75000"/>
                  </a:schemeClr>
                </a:solidFill>
                <a:latin typeface="Broadway" panose="04040905080B02020502" pitchFamily="82" charset="0"/>
              </a:rPr>
              <a:t>2- Agregación (11)</a:t>
            </a:r>
          </a:p>
          <a:p>
            <a:pPr algn="just"/>
            <a:r>
              <a:rPr lang="es-ES" sz="1400" b="1" dirty="0">
                <a:latin typeface="Bradley Hand ITC" panose="03070402050302030203" pitchFamily="66" charset="0"/>
              </a:rPr>
              <a:t>La agregación es un tipo especial de asociación. Se refiere a una </a:t>
            </a:r>
            <a:r>
              <a:rPr lang="es-ES" sz="1400" b="1" dirty="0" err="1">
                <a:latin typeface="Bradley Hand ITC" panose="03070402050302030203" pitchFamily="66" charset="0"/>
              </a:rPr>
              <a:t>relacion</a:t>
            </a:r>
            <a:r>
              <a:rPr lang="es-ES" sz="1400" b="1" dirty="0">
                <a:latin typeface="Bradley Hand ITC" panose="03070402050302030203" pitchFamily="66" charset="0"/>
              </a:rPr>
              <a:t> de "todo-parte", donde una clase (el todo) contiene a otra (las partes), pero las partes pueden existir independientemente del todo.</a:t>
            </a:r>
          </a:p>
          <a:p>
            <a:pPr algn="just"/>
            <a:r>
              <a:rPr lang="es-ES" sz="1600" b="1" dirty="0" err="1">
                <a:solidFill>
                  <a:schemeClr val="accent3">
                    <a:lumMod val="75000"/>
                  </a:schemeClr>
                </a:solidFill>
                <a:latin typeface="Broadway" panose="04040905080B02020502" pitchFamily="82" charset="0"/>
              </a:rPr>
              <a:t>Caracteristicas</a:t>
            </a:r>
            <a:r>
              <a:rPr lang="es-ES" sz="1600" b="1" dirty="0">
                <a:solidFill>
                  <a:schemeClr val="accent3">
                    <a:lumMod val="75000"/>
                  </a:schemeClr>
                </a:solidFill>
                <a:latin typeface="Broadway" panose="04040905080B02020502" pitchFamily="82" charset="0"/>
              </a:rPr>
              <a:t>: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s-ES" sz="1400" b="1" dirty="0" err="1">
                <a:latin typeface="Bradley Hand ITC" panose="03070402050302030203" pitchFamily="66" charset="0"/>
              </a:rPr>
              <a:t>Relacion</a:t>
            </a:r>
            <a:r>
              <a:rPr lang="es-ES" sz="1400" b="1" dirty="0">
                <a:latin typeface="Bradley Hand ITC" panose="03070402050302030203" pitchFamily="66" charset="0"/>
              </a:rPr>
              <a:t> "tiene un" ("has a")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s-ES" sz="1400" b="1" dirty="0">
                <a:latin typeface="Bradley Hand ITC" panose="03070402050302030203" pitchFamily="66" charset="0"/>
              </a:rPr>
              <a:t>El objeto contenido no es destruido si el objeto contenedor desaparece.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s-ES" sz="1400" b="1" dirty="0">
                <a:latin typeface="Bradley Hand ITC" panose="03070402050302030203" pitchFamily="66" charset="0"/>
              </a:rPr>
              <a:t>Los objetos se pueden reutilizar en otras partes.</a:t>
            </a:r>
          </a:p>
          <a:p>
            <a:pPr algn="just"/>
            <a:endParaRPr lang="es-ES" sz="1400" b="1" dirty="0">
              <a:latin typeface="Bradley Hand ITC" panose="03070402050302030203" pitchFamily="66" charset="0"/>
            </a:endParaRPr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84215708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Imagen 58">
            <a:extLst>
              <a:ext uri="{FF2B5EF4-FFF2-40B4-BE49-F238E27FC236}">
                <a16:creationId xmlns:a16="http://schemas.microsoft.com/office/drawing/2014/main" id="{37616642-C86A-84D6-FD1E-23A6B80275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9697" y="37129"/>
            <a:ext cx="5988794" cy="6858000"/>
          </a:xfrm>
          <a:prstGeom prst="rect">
            <a:avLst/>
          </a:prstGeom>
        </p:spPr>
      </p:pic>
      <p:pic>
        <p:nvPicPr>
          <p:cNvPr id="58" name="Imagen 57">
            <a:extLst>
              <a:ext uri="{FF2B5EF4-FFF2-40B4-BE49-F238E27FC236}">
                <a16:creationId xmlns:a16="http://schemas.microsoft.com/office/drawing/2014/main" id="{48FA64CC-C00D-F187-A445-9F8651884C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988794" cy="6858000"/>
          </a:xfrm>
          <a:prstGeom prst="rect">
            <a:avLst/>
          </a:prstGeom>
        </p:spPr>
      </p:pic>
      <p:grpSp>
        <p:nvGrpSpPr>
          <p:cNvPr id="2" name="Grupo 1">
            <a:extLst>
              <a:ext uri="{FF2B5EF4-FFF2-40B4-BE49-F238E27FC236}">
                <a16:creationId xmlns:a16="http://schemas.microsoft.com/office/drawing/2014/main" id="{5092580F-C9F3-7A31-CE06-9CDC828C12C2}"/>
              </a:ext>
            </a:extLst>
          </p:cNvPr>
          <p:cNvGrpSpPr/>
          <p:nvPr/>
        </p:nvGrpSpPr>
        <p:grpSpPr>
          <a:xfrm>
            <a:off x="5690023" y="559837"/>
            <a:ext cx="811954" cy="5975571"/>
            <a:chOff x="5629279" y="139959"/>
            <a:chExt cx="811954" cy="5975571"/>
          </a:xfrm>
        </p:grpSpPr>
        <p:grpSp>
          <p:nvGrpSpPr>
            <p:cNvPr id="3" name="Grupo 2">
              <a:extLst>
                <a:ext uri="{FF2B5EF4-FFF2-40B4-BE49-F238E27FC236}">
                  <a16:creationId xmlns:a16="http://schemas.microsoft.com/office/drawing/2014/main" id="{4B95AEA8-8337-CA57-B5D5-DDCAB173990E}"/>
                </a:ext>
              </a:extLst>
            </p:cNvPr>
            <p:cNvGrpSpPr/>
            <p:nvPr/>
          </p:nvGrpSpPr>
          <p:grpSpPr>
            <a:xfrm>
              <a:off x="5652018" y="139959"/>
              <a:ext cx="744892" cy="674136"/>
              <a:chOff x="5652018" y="139959"/>
              <a:chExt cx="744892" cy="674136"/>
            </a:xfrm>
          </p:grpSpPr>
          <p:grpSp>
            <p:nvGrpSpPr>
              <p:cNvPr id="54" name="Grupo 53">
                <a:extLst>
                  <a:ext uri="{FF2B5EF4-FFF2-40B4-BE49-F238E27FC236}">
                    <a16:creationId xmlns:a16="http://schemas.microsoft.com/office/drawing/2014/main" id="{93665047-BD38-E8C5-55FA-9AAD57815812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56" name="Elipse 55">
                  <a:extLst>
                    <a:ext uri="{FF2B5EF4-FFF2-40B4-BE49-F238E27FC236}">
                      <a16:creationId xmlns:a16="http://schemas.microsoft.com/office/drawing/2014/main" id="{62C91886-28E8-BC96-6B29-174AA9E63970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57" name="Elipse 56">
                  <a:extLst>
                    <a:ext uri="{FF2B5EF4-FFF2-40B4-BE49-F238E27FC236}">
                      <a16:creationId xmlns:a16="http://schemas.microsoft.com/office/drawing/2014/main" id="{4888716F-7004-D08A-A80F-21E3798D8A3D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55" name="Arco de bloque 54">
                <a:extLst>
                  <a:ext uri="{FF2B5EF4-FFF2-40B4-BE49-F238E27FC236}">
                    <a16:creationId xmlns:a16="http://schemas.microsoft.com/office/drawing/2014/main" id="{FB575EA3-04A9-FD3C-BC70-3DE69A49765A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" name="Grupo 3">
              <a:extLst>
                <a:ext uri="{FF2B5EF4-FFF2-40B4-BE49-F238E27FC236}">
                  <a16:creationId xmlns:a16="http://schemas.microsoft.com/office/drawing/2014/main" id="{C6718C26-251E-81D1-0E67-FFBB26BC2CFA}"/>
                </a:ext>
              </a:extLst>
            </p:cNvPr>
            <p:cNvGrpSpPr/>
            <p:nvPr/>
          </p:nvGrpSpPr>
          <p:grpSpPr>
            <a:xfrm>
              <a:off x="5674767" y="2358308"/>
              <a:ext cx="744892" cy="674136"/>
              <a:chOff x="5652018" y="139959"/>
              <a:chExt cx="744892" cy="674136"/>
            </a:xfrm>
          </p:grpSpPr>
          <p:grpSp>
            <p:nvGrpSpPr>
              <p:cNvPr id="50" name="Grupo 49">
                <a:extLst>
                  <a:ext uri="{FF2B5EF4-FFF2-40B4-BE49-F238E27FC236}">
                    <a16:creationId xmlns:a16="http://schemas.microsoft.com/office/drawing/2014/main" id="{E7BBE651-8EAD-8508-7716-9CBFC28ECEE6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52" name="Elipse 51">
                  <a:extLst>
                    <a:ext uri="{FF2B5EF4-FFF2-40B4-BE49-F238E27FC236}">
                      <a16:creationId xmlns:a16="http://schemas.microsoft.com/office/drawing/2014/main" id="{FCF6D69A-3B48-DCCD-3A93-1DCB16EADB4F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53" name="Elipse 52">
                  <a:extLst>
                    <a:ext uri="{FF2B5EF4-FFF2-40B4-BE49-F238E27FC236}">
                      <a16:creationId xmlns:a16="http://schemas.microsoft.com/office/drawing/2014/main" id="{10002A2D-2DF6-5BEA-A3F5-154009179BB1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51" name="Arco de bloque 50">
                <a:extLst>
                  <a:ext uri="{FF2B5EF4-FFF2-40B4-BE49-F238E27FC236}">
                    <a16:creationId xmlns:a16="http://schemas.microsoft.com/office/drawing/2014/main" id="{D8A32F20-042B-F576-8122-156FF5B60DC7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" name="Grupo 4">
              <a:extLst>
                <a:ext uri="{FF2B5EF4-FFF2-40B4-BE49-F238E27FC236}">
                  <a16:creationId xmlns:a16="http://schemas.microsoft.com/office/drawing/2014/main" id="{6C6C5A30-1B92-ED63-D49F-6B6905A94EBC}"/>
                </a:ext>
              </a:extLst>
            </p:cNvPr>
            <p:cNvGrpSpPr/>
            <p:nvPr/>
          </p:nvGrpSpPr>
          <p:grpSpPr>
            <a:xfrm>
              <a:off x="5650853" y="1167491"/>
              <a:ext cx="744892" cy="674136"/>
              <a:chOff x="5652018" y="139959"/>
              <a:chExt cx="744892" cy="674136"/>
            </a:xfrm>
          </p:grpSpPr>
          <p:grpSp>
            <p:nvGrpSpPr>
              <p:cNvPr id="46" name="Grupo 45">
                <a:extLst>
                  <a:ext uri="{FF2B5EF4-FFF2-40B4-BE49-F238E27FC236}">
                    <a16:creationId xmlns:a16="http://schemas.microsoft.com/office/drawing/2014/main" id="{C3F6F9F4-18B8-BE2D-1C87-D43463341784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48" name="Elipse 47">
                  <a:extLst>
                    <a:ext uri="{FF2B5EF4-FFF2-40B4-BE49-F238E27FC236}">
                      <a16:creationId xmlns:a16="http://schemas.microsoft.com/office/drawing/2014/main" id="{E5F010A5-0791-6064-8A44-D0A50EA953F2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49" name="Elipse 48">
                  <a:extLst>
                    <a:ext uri="{FF2B5EF4-FFF2-40B4-BE49-F238E27FC236}">
                      <a16:creationId xmlns:a16="http://schemas.microsoft.com/office/drawing/2014/main" id="{067D677F-1BC1-748A-E36A-57E2C182A679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47" name="Arco de bloque 46">
                <a:extLst>
                  <a:ext uri="{FF2B5EF4-FFF2-40B4-BE49-F238E27FC236}">
                    <a16:creationId xmlns:a16="http://schemas.microsoft.com/office/drawing/2014/main" id="{3921AFD5-BAB6-062C-4509-E22C990EDF86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DE198F09-0906-0654-5602-D4EDEE1E77DA}"/>
                </a:ext>
              </a:extLst>
            </p:cNvPr>
            <p:cNvGrpSpPr/>
            <p:nvPr/>
          </p:nvGrpSpPr>
          <p:grpSpPr>
            <a:xfrm>
              <a:off x="5629279" y="1726160"/>
              <a:ext cx="744892" cy="674136"/>
              <a:chOff x="5652018" y="139959"/>
              <a:chExt cx="744892" cy="674136"/>
            </a:xfrm>
          </p:grpSpPr>
          <p:grpSp>
            <p:nvGrpSpPr>
              <p:cNvPr id="42" name="Grupo 41">
                <a:extLst>
                  <a:ext uri="{FF2B5EF4-FFF2-40B4-BE49-F238E27FC236}">
                    <a16:creationId xmlns:a16="http://schemas.microsoft.com/office/drawing/2014/main" id="{0EE06140-DD3F-87F9-1DCA-DDEBC6C78AA3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44" name="Elipse 43">
                  <a:extLst>
                    <a:ext uri="{FF2B5EF4-FFF2-40B4-BE49-F238E27FC236}">
                      <a16:creationId xmlns:a16="http://schemas.microsoft.com/office/drawing/2014/main" id="{DAE66BA5-A8A8-CA02-9E33-BD93B4FD068C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45" name="Elipse 44">
                  <a:extLst>
                    <a:ext uri="{FF2B5EF4-FFF2-40B4-BE49-F238E27FC236}">
                      <a16:creationId xmlns:a16="http://schemas.microsoft.com/office/drawing/2014/main" id="{609272F6-F6CC-8863-A398-582BF5469F06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43" name="Arco de bloque 42">
                <a:extLst>
                  <a:ext uri="{FF2B5EF4-FFF2-40B4-BE49-F238E27FC236}">
                    <a16:creationId xmlns:a16="http://schemas.microsoft.com/office/drawing/2014/main" id="{C2C51091-091C-C848-6B89-C871F768895B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7" name="Grupo 6">
              <a:extLst>
                <a:ext uri="{FF2B5EF4-FFF2-40B4-BE49-F238E27FC236}">
                  <a16:creationId xmlns:a16="http://schemas.microsoft.com/office/drawing/2014/main" id="{CCE47B9F-8092-F9CC-0FE6-3562BDED6FBC}"/>
                </a:ext>
              </a:extLst>
            </p:cNvPr>
            <p:cNvGrpSpPr/>
            <p:nvPr/>
          </p:nvGrpSpPr>
          <p:grpSpPr>
            <a:xfrm>
              <a:off x="5653963" y="658000"/>
              <a:ext cx="744892" cy="674136"/>
              <a:chOff x="5652018" y="139959"/>
              <a:chExt cx="744892" cy="674136"/>
            </a:xfrm>
          </p:grpSpPr>
          <p:grpSp>
            <p:nvGrpSpPr>
              <p:cNvPr id="38" name="Grupo 37">
                <a:extLst>
                  <a:ext uri="{FF2B5EF4-FFF2-40B4-BE49-F238E27FC236}">
                    <a16:creationId xmlns:a16="http://schemas.microsoft.com/office/drawing/2014/main" id="{3A8DA23F-66EA-0E3E-861F-2175966FBF12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40" name="Elipse 39">
                  <a:extLst>
                    <a:ext uri="{FF2B5EF4-FFF2-40B4-BE49-F238E27FC236}">
                      <a16:creationId xmlns:a16="http://schemas.microsoft.com/office/drawing/2014/main" id="{EEB902FB-D9D9-66EE-966B-127A549257A5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41" name="Elipse 40">
                  <a:extLst>
                    <a:ext uri="{FF2B5EF4-FFF2-40B4-BE49-F238E27FC236}">
                      <a16:creationId xmlns:a16="http://schemas.microsoft.com/office/drawing/2014/main" id="{CC290B7E-FF9B-0BBC-5068-5FF620690D44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39" name="Arco de bloque 38">
                <a:extLst>
                  <a:ext uri="{FF2B5EF4-FFF2-40B4-BE49-F238E27FC236}">
                    <a16:creationId xmlns:a16="http://schemas.microsoft.com/office/drawing/2014/main" id="{67B139A8-0A57-975A-00DB-63E9BC6303E6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8" name="Grupo 7">
              <a:extLst>
                <a:ext uri="{FF2B5EF4-FFF2-40B4-BE49-F238E27FC236}">
                  <a16:creationId xmlns:a16="http://schemas.microsoft.com/office/drawing/2014/main" id="{F96D3788-AE33-E16F-787C-2299051F065E}"/>
                </a:ext>
              </a:extLst>
            </p:cNvPr>
            <p:cNvGrpSpPr/>
            <p:nvPr/>
          </p:nvGrpSpPr>
          <p:grpSpPr>
            <a:xfrm>
              <a:off x="5652799" y="608822"/>
              <a:ext cx="744892" cy="674136"/>
              <a:chOff x="5652018" y="139959"/>
              <a:chExt cx="744892" cy="674136"/>
            </a:xfrm>
          </p:grpSpPr>
          <p:grpSp>
            <p:nvGrpSpPr>
              <p:cNvPr id="34" name="Grupo 33">
                <a:extLst>
                  <a:ext uri="{FF2B5EF4-FFF2-40B4-BE49-F238E27FC236}">
                    <a16:creationId xmlns:a16="http://schemas.microsoft.com/office/drawing/2014/main" id="{02B2F13B-384D-61C9-55A9-AB3A5F78481E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36" name="Elipse 35">
                  <a:extLst>
                    <a:ext uri="{FF2B5EF4-FFF2-40B4-BE49-F238E27FC236}">
                      <a16:creationId xmlns:a16="http://schemas.microsoft.com/office/drawing/2014/main" id="{0E53C8FC-1BC4-CC29-9A54-FCB5A500C2F9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37" name="Elipse 36">
                  <a:extLst>
                    <a:ext uri="{FF2B5EF4-FFF2-40B4-BE49-F238E27FC236}">
                      <a16:creationId xmlns:a16="http://schemas.microsoft.com/office/drawing/2014/main" id="{FA27FEC3-1C12-B756-AADD-96A764513C35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35" name="Arco de bloque 34">
                <a:extLst>
                  <a:ext uri="{FF2B5EF4-FFF2-40B4-BE49-F238E27FC236}">
                    <a16:creationId xmlns:a16="http://schemas.microsoft.com/office/drawing/2014/main" id="{763EFA9A-04D5-BB58-140D-46BECEF6A3DC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9BF74C04-7A15-F091-E9AE-BDEC589E38E3}"/>
                </a:ext>
              </a:extLst>
            </p:cNvPr>
            <p:cNvGrpSpPr/>
            <p:nvPr/>
          </p:nvGrpSpPr>
          <p:grpSpPr>
            <a:xfrm>
              <a:off x="5656494" y="2956438"/>
              <a:ext cx="744892" cy="674136"/>
              <a:chOff x="5652018" y="139959"/>
              <a:chExt cx="744892" cy="674136"/>
            </a:xfrm>
          </p:grpSpPr>
          <p:grpSp>
            <p:nvGrpSpPr>
              <p:cNvPr id="30" name="Grupo 29">
                <a:extLst>
                  <a:ext uri="{FF2B5EF4-FFF2-40B4-BE49-F238E27FC236}">
                    <a16:creationId xmlns:a16="http://schemas.microsoft.com/office/drawing/2014/main" id="{92000BFD-905B-982E-5361-984A12D0B399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32" name="Elipse 31">
                  <a:extLst>
                    <a:ext uri="{FF2B5EF4-FFF2-40B4-BE49-F238E27FC236}">
                      <a16:creationId xmlns:a16="http://schemas.microsoft.com/office/drawing/2014/main" id="{99A34AC8-28A1-CD81-F561-FF20E0A00837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33" name="Elipse 32">
                  <a:extLst>
                    <a:ext uri="{FF2B5EF4-FFF2-40B4-BE49-F238E27FC236}">
                      <a16:creationId xmlns:a16="http://schemas.microsoft.com/office/drawing/2014/main" id="{8FD7C52E-9D83-95EE-AC02-B1D931867B46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31" name="Arco de bloque 30">
                <a:extLst>
                  <a:ext uri="{FF2B5EF4-FFF2-40B4-BE49-F238E27FC236}">
                    <a16:creationId xmlns:a16="http://schemas.microsoft.com/office/drawing/2014/main" id="{DDD36446-24AD-7DF1-A251-0491F40189DB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F393EBBA-CC0B-46B0-BE7B-71EE9867BA7F}"/>
                </a:ext>
              </a:extLst>
            </p:cNvPr>
            <p:cNvGrpSpPr/>
            <p:nvPr/>
          </p:nvGrpSpPr>
          <p:grpSpPr>
            <a:xfrm>
              <a:off x="5653193" y="3582761"/>
              <a:ext cx="744892" cy="674136"/>
              <a:chOff x="5652018" y="139959"/>
              <a:chExt cx="744892" cy="674136"/>
            </a:xfrm>
          </p:grpSpPr>
          <p:grpSp>
            <p:nvGrpSpPr>
              <p:cNvPr id="26" name="Grupo 25">
                <a:extLst>
                  <a:ext uri="{FF2B5EF4-FFF2-40B4-BE49-F238E27FC236}">
                    <a16:creationId xmlns:a16="http://schemas.microsoft.com/office/drawing/2014/main" id="{536BA60D-C87F-ACAA-D77B-11CEC101B285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28" name="Elipse 27">
                  <a:extLst>
                    <a:ext uri="{FF2B5EF4-FFF2-40B4-BE49-F238E27FC236}">
                      <a16:creationId xmlns:a16="http://schemas.microsoft.com/office/drawing/2014/main" id="{A4FB864F-3111-8358-27CE-9116453E54D1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29" name="Elipse 28">
                  <a:extLst>
                    <a:ext uri="{FF2B5EF4-FFF2-40B4-BE49-F238E27FC236}">
                      <a16:creationId xmlns:a16="http://schemas.microsoft.com/office/drawing/2014/main" id="{6F51D2D5-62CD-0EF4-5BBD-E37950C7A8FA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27" name="Arco de bloque 26">
                <a:extLst>
                  <a:ext uri="{FF2B5EF4-FFF2-40B4-BE49-F238E27FC236}">
                    <a16:creationId xmlns:a16="http://schemas.microsoft.com/office/drawing/2014/main" id="{823688EC-1CBE-47E8-4F9F-9E98433D48B4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1" name="Grupo 10">
              <a:extLst>
                <a:ext uri="{FF2B5EF4-FFF2-40B4-BE49-F238E27FC236}">
                  <a16:creationId xmlns:a16="http://schemas.microsoft.com/office/drawing/2014/main" id="{DBBE44D8-577C-B8C7-32B8-E5F1570B06B5}"/>
                </a:ext>
              </a:extLst>
            </p:cNvPr>
            <p:cNvGrpSpPr/>
            <p:nvPr/>
          </p:nvGrpSpPr>
          <p:grpSpPr>
            <a:xfrm>
              <a:off x="5670491" y="4210234"/>
              <a:ext cx="744892" cy="674136"/>
              <a:chOff x="5652018" y="139959"/>
              <a:chExt cx="744892" cy="674136"/>
            </a:xfrm>
          </p:grpSpPr>
          <p:grpSp>
            <p:nvGrpSpPr>
              <p:cNvPr id="22" name="Grupo 21">
                <a:extLst>
                  <a:ext uri="{FF2B5EF4-FFF2-40B4-BE49-F238E27FC236}">
                    <a16:creationId xmlns:a16="http://schemas.microsoft.com/office/drawing/2014/main" id="{E5C7B4F9-0A61-8A22-ABB3-E3DBC61102F8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24" name="Elipse 23">
                  <a:extLst>
                    <a:ext uri="{FF2B5EF4-FFF2-40B4-BE49-F238E27FC236}">
                      <a16:creationId xmlns:a16="http://schemas.microsoft.com/office/drawing/2014/main" id="{118EF317-9AF1-E40C-2017-DA0C0F273CA7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25" name="Elipse 24">
                  <a:extLst>
                    <a:ext uri="{FF2B5EF4-FFF2-40B4-BE49-F238E27FC236}">
                      <a16:creationId xmlns:a16="http://schemas.microsoft.com/office/drawing/2014/main" id="{DEC601EC-9374-7553-77DD-871FBB222082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23" name="Arco de bloque 22">
                <a:extLst>
                  <a:ext uri="{FF2B5EF4-FFF2-40B4-BE49-F238E27FC236}">
                    <a16:creationId xmlns:a16="http://schemas.microsoft.com/office/drawing/2014/main" id="{D38B6D82-836A-BFBF-E200-52864F0F65A1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2" name="Grupo 11">
              <a:extLst>
                <a:ext uri="{FF2B5EF4-FFF2-40B4-BE49-F238E27FC236}">
                  <a16:creationId xmlns:a16="http://schemas.microsoft.com/office/drawing/2014/main" id="{8544EF75-2AD0-6BBE-B757-9176142E805D}"/>
                </a:ext>
              </a:extLst>
            </p:cNvPr>
            <p:cNvGrpSpPr/>
            <p:nvPr/>
          </p:nvGrpSpPr>
          <p:grpSpPr>
            <a:xfrm>
              <a:off x="5696341" y="4830379"/>
              <a:ext cx="744892" cy="674136"/>
              <a:chOff x="5652018" y="139959"/>
              <a:chExt cx="744892" cy="674136"/>
            </a:xfrm>
          </p:grpSpPr>
          <p:grpSp>
            <p:nvGrpSpPr>
              <p:cNvPr id="18" name="Grupo 17">
                <a:extLst>
                  <a:ext uri="{FF2B5EF4-FFF2-40B4-BE49-F238E27FC236}">
                    <a16:creationId xmlns:a16="http://schemas.microsoft.com/office/drawing/2014/main" id="{4E0B4CC2-FD8B-D910-4EF0-76149FF7AC71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20" name="Elipse 19">
                  <a:extLst>
                    <a:ext uri="{FF2B5EF4-FFF2-40B4-BE49-F238E27FC236}">
                      <a16:creationId xmlns:a16="http://schemas.microsoft.com/office/drawing/2014/main" id="{5F6B5917-4507-3554-C23E-873F176F86AC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21" name="Elipse 20">
                  <a:extLst>
                    <a:ext uri="{FF2B5EF4-FFF2-40B4-BE49-F238E27FC236}">
                      <a16:creationId xmlns:a16="http://schemas.microsoft.com/office/drawing/2014/main" id="{97F5C3EE-C8ED-AA3F-B7A2-F660796DD127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19" name="Arco de bloque 18">
                <a:extLst>
                  <a:ext uri="{FF2B5EF4-FFF2-40B4-BE49-F238E27FC236}">
                    <a16:creationId xmlns:a16="http://schemas.microsoft.com/office/drawing/2014/main" id="{C012EF9A-B12F-3197-D367-4048E0DEDD95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3" name="Grupo 12">
              <a:extLst>
                <a:ext uri="{FF2B5EF4-FFF2-40B4-BE49-F238E27FC236}">
                  <a16:creationId xmlns:a16="http://schemas.microsoft.com/office/drawing/2014/main" id="{72BB96AE-16D6-DE07-7A23-EE5D4533CCCF}"/>
                </a:ext>
              </a:extLst>
            </p:cNvPr>
            <p:cNvGrpSpPr/>
            <p:nvPr/>
          </p:nvGrpSpPr>
          <p:grpSpPr>
            <a:xfrm>
              <a:off x="5687398" y="5441394"/>
              <a:ext cx="744892" cy="674136"/>
              <a:chOff x="5652018" y="139959"/>
              <a:chExt cx="744892" cy="674136"/>
            </a:xfrm>
          </p:grpSpPr>
          <p:grpSp>
            <p:nvGrpSpPr>
              <p:cNvPr id="14" name="Grupo 13">
                <a:extLst>
                  <a:ext uri="{FF2B5EF4-FFF2-40B4-BE49-F238E27FC236}">
                    <a16:creationId xmlns:a16="http://schemas.microsoft.com/office/drawing/2014/main" id="{0857CC6D-49B5-D241-2D9E-4791AD215890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16" name="Elipse 15">
                  <a:extLst>
                    <a:ext uri="{FF2B5EF4-FFF2-40B4-BE49-F238E27FC236}">
                      <a16:creationId xmlns:a16="http://schemas.microsoft.com/office/drawing/2014/main" id="{4094A46C-3019-95E3-154B-CAB4C092DEFB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17" name="Elipse 16">
                  <a:extLst>
                    <a:ext uri="{FF2B5EF4-FFF2-40B4-BE49-F238E27FC236}">
                      <a16:creationId xmlns:a16="http://schemas.microsoft.com/office/drawing/2014/main" id="{9D552700-E0D7-2708-B7C7-0210ED9D029D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15" name="Arco de bloque 14">
                <a:extLst>
                  <a:ext uri="{FF2B5EF4-FFF2-40B4-BE49-F238E27FC236}">
                    <a16:creationId xmlns:a16="http://schemas.microsoft.com/office/drawing/2014/main" id="{C0CC579D-B38E-18D3-1285-A53A010466A2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60" name="CuadroTexto 59">
            <a:extLst>
              <a:ext uri="{FF2B5EF4-FFF2-40B4-BE49-F238E27FC236}">
                <a16:creationId xmlns:a16="http://schemas.microsoft.com/office/drawing/2014/main" id="{A3E43D45-0F12-6BB0-E9CB-312C7159A591}"/>
              </a:ext>
            </a:extLst>
          </p:cNvPr>
          <p:cNvSpPr txBox="1"/>
          <p:nvPr/>
        </p:nvSpPr>
        <p:spPr>
          <a:xfrm>
            <a:off x="437175" y="559837"/>
            <a:ext cx="5275204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oadway" panose="04040905080B02020502" pitchFamily="82" charset="0"/>
              </a:rPr>
              <a:t>3- Composición (12)</a:t>
            </a:r>
          </a:p>
          <a:p>
            <a:pPr algn="just"/>
            <a:r>
              <a:rPr lang="es-ES" sz="1400" b="1" dirty="0">
                <a:latin typeface="Bradley Hand ITC" panose="03070402050302030203" pitchFamily="66" charset="0"/>
              </a:rPr>
              <a:t>La composición es un caso más fuerte que la agregación. También es una relación "todo-parte" pero con propiedad y dependencia de ciclo de vida: si el objeto contenedor se destruye, sus partes también.</a:t>
            </a:r>
          </a:p>
          <a:p>
            <a:r>
              <a:rPr lang="es-ES" sz="1600" b="1" dirty="0">
                <a:solidFill>
                  <a:srgbClr val="FF0000"/>
                </a:solidFill>
                <a:latin typeface="Broadway" panose="04040905080B02020502" pitchFamily="82" charset="0"/>
              </a:rPr>
              <a:t>Características: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s-ES" sz="1400" b="1" dirty="0">
                <a:latin typeface="Bradley Hand ITC" panose="03070402050302030203" pitchFamily="66" charset="0"/>
              </a:rPr>
              <a:t>Relación fuerte de pertenencia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s-ES" sz="1400" b="1" dirty="0">
                <a:latin typeface="Bradley Hand ITC" panose="03070402050302030203" pitchFamily="66" charset="0"/>
              </a:rPr>
              <a:t>Se crean y destruyen con el objeto contenedor.</a:t>
            </a:r>
          </a:p>
          <a:p>
            <a:r>
              <a:rPr lang="es-ES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oadway" panose="04040905080B02020502" pitchFamily="82" charset="0"/>
              </a:rPr>
              <a:t>Ejemplo: (40) </a:t>
            </a:r>
          </a:p>
          <a:p>
            <a:r>
              <a:rPr lang="es-ES" sz="1400" b="1" dirty="0">
                <a:latin typeface="Bradley Hand ITC" panose="03070402050302030203" pitchFamily="66" charset="0"/>
              </a:rPr>
              <a:t>Clase - Profesor, Curso </a:t>
            </a:r>
          </a:p>
          <a:p>
            <a:r>
              <a:rPr lang="es-ES" sz="1400" b="1" dirty="0">
                <a:latin typeface="Bradley Hand ITC" panose="03070402050302030203" pitchFamily="66" charset="0"/>
              </a:rPr>
              <a:t>Atributo - (nombre), (nombre, profesor) </a:t>
            </a:r>
          </a:p>
          <a:p>
            <a:r>
              <a:rPr lang="es-ES" sz="1400" b="1" dirty="0" err="1">
                <a:latin typeface="Bradley Hand ITC" panose="03070402050302030203" pitchFamily="66" charset="0"/>
              </a:rPr>
              <a:t>Accion</a:t>
            </a:r>
            <a:r>
              <a:rPr lang="es-ES" sz="1400" b="1" dirty="0">
                <a:latin typeface="Bradley Hand ITC" panose="03070402050302030203" pitchFamily="66" charset="0"/>
              </a:rPr>
              <a:t> - mostrar </a:t>
            </a:r>
            <a:r>
              <a:rPr lang="es-ES" sz="1400" b="1" dirty="0" err="1">
                <a:latin typeface="Bradley Hand ITC" panose="03070402050302030203" pitchFamily="66" charset="0"/>
              </a:rPr>
              <a:t>informacion</a:t>
            </a:r>
            <a:r>
              <a:rPr lang="es-ES" sz="1400" b="1" dirty="0">
                <a:latin typeface="Bradley Hand ITC" panose="03070402050302030203" pitchFamily="66" charset="0"/>
              </a:rPr>
              <a:t> </a:t>
            </a:r>
          </a:p>
          <a:p>
            <a:r>
              <a:rPr lang="es-ES" sz="1400" b="1" dirty="0">
                <a:latin typeface="Bradley Hand ITC" panose="03070402050302030203" pitchFamily="66" charset="0"/>
              </a:rPr>
              <a:t>Objeto - </a:t>
            </a:r>
            <a:r>
              <a:rPr lang="es-ES" sz="1400" b="1" dirty="0" err="1">
                <a:latin typeface="Bradley Hand ITC" panose="03070402050302030203" pitchFamily="66" charset="0"/>
              </a:rPr>
              <a:t>prof</a:t>
            </a:r>
            <a:r>
              <a:rPr lang="es-ES" sz="1400" b="1" dirty="0">
                <a:latin typeface="Bradley Hand ITC" panose="03070402050302030203" pitchFamily="66" charset="0"/>
              </a:rPr>
              <a:t>, curso</a:t>
            </a:r>
          </a:p>
          <a:p>
            <a:r>
              <a:rPr lang="es-ES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oadway" panose="04040905080B02020502" pitchFamily="82" charset="0"/>
              </a:rPr>
              <a:t>Ejemplo - (41) </a:t>
            </a:r>
          </a:p>
          <a:p>
            <a:r>
              <a:rPr lang="es-ES" sz="1400" b="1" dirty="0">
                <a:latin typeface="Bradley Hand ITC" panose="03070402050302030203" pitchFamily="66" charset="0"/>
              </a:rPr>
              <a:t>clase - Departamento, Universidad </a:t>
            </a:r>
          </a:p>
          <a:p>
            <a:r>
              <a:rPr lang="es-ES" sz="1400" b="1" dirty="0">
                <a:latin typeface="Bradley Hand ITC" panose="03070402050302030203" pitchFamily="66" charset="0"/>
              </a:rPr>
              <a:t>Atributo - nombre </a:t>
            </a:r>
          </a:p>
          <a:p>
            <a:r>
              <a:rPr lang="es-ES" sz="1400" b="1" dirty="0" err="1">
                <a:latin typeface="Bradley Hand ITC" panose="03070402050302030203" pitchFamily="66" charset="0"/>
              </a:rPr>
              <a:t>Accion</a:t>
            </a:r>
            <a:r>
              <a:rPr lang="es-ES" sz="1400" b="1" dirty="0">
                <a:latin typeface="Bradley Hand ITC" panose="03070402050302030203" pitchFamily="66" charset="0"/>
              </a:rPr>
              <a:t> - </a:t>
            </a:r>
            <a:r>
              <a:rPr lang="es-ES" sz="1400" b="1" dirty="0" err="1">
                <a:latin typeface="Bradley Hand ITC" panose="03070402050302030203" pitchFamily="66" charset="0"/>
              </a:rPr>
              <a:t>agregar_departamento</a:t>
            </a:r>
            <a:r>
              <a:rPr lang="es-ES" sz="1400" b="1" dirty="0">
                <a:latin typeface="Bradley Hand ITC" panose="03070402050302030203" pitchFamily="66" charset="0"/>
              </a:rPr>
              <a:t> </a:t>
            </a:r>
          </a:p>
          <a:p>
            <a:r>
              <a:rPr lang="es-ES" sz="1400" b="1" dirty="0">
                <a:latin typeface="Bradley Hand ITC" panose="03070402050302030203" pitchFamily="66" charset="0"/>
              </a:rPr>
              <a:t>Objeto - dep1, dep2, </a:t>
            </a:r>
            <a:r>
              <a:rPr lang="es-ES" sz="1400" b="1" dirty="0" err="1">
                <a:latin typeface="Bradley Hand ITC" panose="03070402050302030203" pitchFamily="66" charset="0"/>
              </a:rPr>
              <a:t>uni</a:t>
            </a:r>
            <a:endParaRPr lang="es-ES" sz="1400" b="1" dirty="0">
              <a:latin typeface="Bradley Hand ITC" panose="03070402050302030203" pitchFamily="66" charset="0"/>
            </a:endParaRPr>
          </a:p>
          <a:p>
            <a:r>
              <a:rPr lang="es-ES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oadway" panose="04040905080B02020502" pitchFamily="82" charset="0"/>
              </a:rPr>
              <a:t>Ejemplo - (42) </a:t>
            </a:r>
          </a:p>
          <a:p>
            <a:r>
              <a:rPr lang="es-ES" sz="1400" b="1" dirty="0">
                <a:latin typeface="Bradley Hand ITC" panose="03070402050302030203" pitchFamily="66" charset="0"/>
              </a:rPr>
              <a:t>Clase - Motor, Auto </a:t>
            </a:r>
          </a:p>
          <a:p>
            <a:r>
              <a:rPr lang="es-ES" sz="1400" b="1" dirty="0">
                <a:latin typeface="Bradley Hand ITC" panose="03070402050302030203" pitchFamily="66" charset="0"/>
              </a:rPr>
              <a:t>Atributo - (tipo), (marca) </a:t>
            </a:r>
          </a:p>
          <a:p>
            <a:r>
              <a:rPr lang="es-ES" sz="1400" b="1" dirty="0" err="1">
                <a:latin typeface="Bradley Hand ITC" panose="03070402050302030203" pitchFamily="66" charset="0"/>
              </a:rPr>
              <a:t>Accion</a:t>
            </a:r>
            <a:r>
              <a:rPr lang="es-ES" sz="1400" b="1" dirty="0">
                <a:latin typeface="Bradley Hand ITC" panose="03070402050302030203" pitchFamily="66" charset="0"/>
              </a:rPr>
              <a:t> - encender, arrancar</a:t>
            </a:r>
          </a:p>
          <a:p>
            <a:r>
              <a:rPr lang="es-ES" sz="1400" b="1" dirty="0">
                <a:latin typeface="Bradley Hand ITC" panose="03070402050302030203" pitchFamily="66" charset="0"/>
              </a:rPr>
              <a:t>Objeto - auto</a:t>
            </a:r>
          </a:p>
          <a:p>
            <a:endParaRPr lang="es-PE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546F97FD-A017-8251-5871-BF7A4A7FEE1B}"/>
              </a:ext>
            </a:extLst>
          </p:cNvPr>
          <p:cNvSpPr txBox="1"/>
          <p:nvPr/>
        </p:nvSpPr>
        <p:spPr>
          <a:xfrm>
            <a:off x="6802016" y="586181"/>
            <a:ext cx="4767943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oadway" panose="04040905080B02020502" pitchFamily="82" charset="0"/>
              </a:rPr>
              <a:t>Ejemplo 43</a:t>
            </a:r>
          </a:p>
          <a:p>
            <a:r>
              <a:rPr lang="es-ES" sz="1600" b="1" dirty="0">
                <a:latin typeface="Bradley Hand ITC" panose="03070402050302030203" pitchFamily="66" charset="0"/>
              </a:rPr>
              <a:t>Clase - Estudiante, Profesor, Curso, Universidad</a:t>
            </a:r>
          </a:p>
          <a:p>
            <a:r>
              <a:rPr lang="es-ES" sz="1600" b="1" dirty="0">
                <a:latin typeface="Bradley Hand ITC" panose="03070402050302030203" pitchFamily="66" charset="0"/>
              </a:rPr>
              <a:t>Atributos - (nombre, </a:t>
            </a:r>
            <a:r>
              <a:rPr lang="es-ES" sz="1600" b="1" dirty="0" err="1">
                <a:latin typeface="Bradley Hand ITC" panose="03070402050302030203" pitchFamily="66" charset="0"/>
              </a:rPr>
              <a:t>dni</a:t>
            </a:r>
            <a:r>
              <a:rPr lang="es-ES" sz="1600" b="1" dirty="0">
                <a:latin typeface="Bradley Hand ITC" panose="03070402050302030203" pitchFamily="66" charset="0"/>
              </a:rPr>
              <a:t>, </a:t>
            </a:r>
            <a:r>
              <a:rPr lang="es-ES" sz="1600" b="1" dirty="0" err="1">
                <a:latin typeface="Bradley Hand ITC" panose="03070402050302030203" pitchFamily="66" charset="0"/>
              </a:rPr>
              <a:t>codigo_estudiante</a:t>
            </a:r>
            <a:r>
              <a:rPr lang="es-ES" sz="1600" b="1" dirty="0">
                <a:latin typeface="Bradley Hand ITC" panose="03070402050302030203" pitchFamily="66" charset="0"/>
              </a:rPr>
              <a:t>) (nombre, </a:t>
            </a:r>
            <a:r>
              <a:rPr lang="es-ES" sz="1600" b="1" dirty="0" err="1">
                <a:latin typeface="Bradley Hand ITC" panose="03070402050302030203" pitchFamily="66" charset="0"/>
              </a:rPr>
              <a:t>dni</a:t>
            </a:r>
            <a:r>
              <a:rPr lang="es-ES" sz="1600" b="1" dirty="0">
                <a:latin typeface="Bradley Hand ITC" panose="03070402050302030203" pitchFamily="66" charset="0"/>
              </a:rPr>
              <a:t>, especialidad) (</a:t>
            </a:r>
            <a:r>
              <a:rPr lang="es-ES" sz="1600" b="1" dirty="0" err="1">
                <a:latin typeface="Bradley Hand ITC" panose="03070402050302030203" pitchFamily="66" charset="0"/>
              </a:rPr>
              <a:t>nombre_curso</a:t>
            </a:r>
            <a:r>
              <a:rPr lang="es-ES" sz="1600" b="1" dirty="0">
                <a:latin typeface="Bradley Hand ITC" panose="03070402050302030203" pitchFamily="66" charset="0"/>
              </a:rPr>
              <a:t>, profesor) (nombre)</a:t>
            </a:r>
          </a:p>
          <a:p>
            <a:r>
              <a:rPr lang="es-ES" sz="1600" b="1" dirty="0" err="1">
                <a:latin typeface="Bradley Hand ITC" panose="03070402050302030203" pitchFamily="66" charset="0"/>
              </a:rPr>
              <a:t>Accion</a:t>
            </a:r>
            <a:r>
              <a:rPr lang="es-ES" sz="1600" b="1" dirty="0">
                <a:latin typeface="Bradley Hand ITC" panose="03070402050302030203" pitchFamily="66" charset="0"/>
              </a:rPr>
              <a:t> - (inscribirse, </a:t>
            </a:r>
            <a:r>
              <a:rPr lang="es-ES" sz="1600" b="1" dirty="0" err="1">
                <a:latin typeface="Bradley Hand ITC" panose="03070402050302030203" pitchFamily="66" charset="0"/>
              </a:rPr>
              <a:t>mostrar_informacion</a:t>
            </a:r>
            <a:r>
              <a:rPr lang="es-ES" sz="1600" b="1" dirty="0">
                <a:latin typeface="Bradley Hand ITC" panose="03070402050302030203" pitchFamily="66" charset="0"/>
              </a:rPr>
              <a:t>) (</a:t>
            </a:r>
            <a:r>
              <a:rPr lang="es-ES" sz="1600" b="1" dirty="0" err="1">
                <a:latin typeface="Bradley Hand ITC" panose="03070402050302030203" pitchFamily="66" charset="0"/>
              </a:rPr>
              <a:t>mostrar_informacion</a:t>
            </a:r>
            <a:r>
              <a:rPr lang="es-ES" sz="1600" b="1" dirty="0">
                <a:latin typeface="Bradley Hand ITC" panose="03070402050302030203" pitchFamily="66" charset="0"/>
              </a:rPr>
              <a:t>) (</a:t>
            </a:r>
            <a:r>
              <a:rPr lang="es-ES" sz="1600" b="1" dirty="0" err="1">
                <a:latin typeface="Bradley Hand ITC" panose="03070402050302030203" pitchFamily="66" charset="0"/>
              </a:rPr>
              <a:t>agregar_estudiante</a:t>
            </a:r>
            <a:r>
              <a:rPr lang="es-ES" sz="1600" b="1" dirty="0">
                <a:latin typeface="Bradley Hand ITC" panose="03070402050302030203" pitchFamily="66" charset="0"/>
              </a:rPr>
              <a:t>, </a:t>
            </a:r>
            <a:r>
              <a:rPr lang="es-ES" sz="1600" b="1" dirty="0" err="1">
                <a:latin typeface="Bradley Hand ITC" panose="03070402050302030203" pitchFamily="66" charset="0"/>
              </a:rPr>
              <a:t>mostrar_detalle</a:t>
            </a:r>
            <a:r>
              <a:rPr lang="es-ES" sz="1600" b="1" dirty="0">
                <a:latin typeface="Bradley Hand ITC" panose="03070402050302030203" pitchFamily="66" charset="0"/>
              </a:rPr>
              <a:t>) (</a:t>
            </a:r>
            <a:r>
              <a:rPr lang="es-ES" sz="1600" b="1" dirty="0" err="1">
                <a:latin typeface="Bradley Hand ITC" panose="03070402050302030203" pitchFamily="66" charset="0"/>
              </a:rPr>
              <a:t>agregar_curso</a:t>
            </a:r>
            <a:r>
              <a:rPr lang="es-ES" sz="1600" b="1" dirty="0">
                <a:latin typeface="Bradley Hand ITC" panose="03070402050302030203" pitchFamily="66" charset="0"/>
              </a:rPr>
              <a:t>, </a:t>
            </a:r>
            <a:r>
              <a:rPr lang="es-ES" sz="1600" b="1" dirty="0" err="1">
                <a:latin typeface="Bradley Hand ITC" panose="03070402050302030203" pitchFamily="66" charset="0"/>
              </a:rPr>
              <a:t>mostrar_curso</a:t>
            </a:r>
            <a:r>
              <a:rPr lang="es-ES" sz="1600" b="1" dirty="0">
                <a:latin typeface="Bradley Hand ITC" panose="03070402050302030203" pitchFamily="66" charset="0"/>
              </a:rPr>
              <a:t>)</a:t>
            </a:r>
          </a:p>
          <a:p>
            <a:r>
              <a:rPr lang="es-ES" sz="1600" b="1" dirty="0">
                <a:latin typeface="Bradley Hand ITC" panose="03070402050302030203" pitchFamily="66" charset="0"/>
              </a:rPr>
              <a:t>Objeto - </a:t>
            </a:r>
            <a:r>
              <a:rPr lang="es-ES" sz="1600" b="1" dirty="0" err="1">
                <a:latin typeface="Bradley Hand ITC" panose="03070402050302030203" pitchFamily="66" charset="0"/>
              </a:rPr>
              <a:t>prof</a:t>
            </a:r>
            <a:r>
              <a:rPr lang="es-ES" sz="1600" b="1" dirty="0">
                <a:latin typeface="Bradley Hand ITC" panose="03070402050302030203" pitchFamily="66" charset="0"/>
              </a:rPr>
              <a:t>_(1...?), curso(1...?) estu_1 y 2, </a:t>
            </a:r>
            <a:r>
              <a:rPr lang="es-ES" sz="1600" b="1" dirty="0" err="1">
                <a:latin typeface="Bradley Hand ITC" panose="03070402050302030203" pitchFamily="66" charset="0"/>
              </a:rPr>
              <a:t>univ.</a:t>
            </a:r>
            <a:endParaRPr lang="es-PE" sz="1600" b="1" dirty="0">
              <a:latin typeface="Bradley Hand ITC" panose="03070402050302030203" pitchFamily="66" charset="0"/>
            </a:endParaRPr>
          </a:p>
        </p:txBody>
      </p:sp>
      <p:pic>
        <p:nvPicPr>
          <p:cNvPr id="63" name="Imagen 62">
            <a:extLst>
              <a:ext uri="{FF2B5EF4-FFF2-40B4-BE49-F238E27FC236}">
                <a16:creationId xmlns:a16="http://schemas.microsoft.com/office/drawing/2014/main" id="{026DB063-A8CE-A834-9E1D-072C5BB68A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9353" y="3102582"/>
            <a:ext cx="3353268" cy="1895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5329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5092580F-C9F3-7A31-CE06-9CDC828C12C2}"/>
              </a:ext>
            </a:extLst>
          </p:cNvPr>
          <p:cNvGrpSpPr/>
          <p:nvPr/>
        </p:nvGrpSpPr>
        <p:grpSpPr>
          <a:xfrm>
            <a:off x="5690023" y="559837"/>
            <a:ext cx="811954" cy="5975571"/>
            <a:chOff x="5629279" y="139959"/>
            <a:chExt cx="811954" cy="5975571"/>
          </a:xfrm>
        </p:grpSpPr>
        <p:grpSp>
          <p:nvGrpSpPr>
            <p:cNvPr id="3" name="Grupo 2">
              <a:extLst>
                <a:ext uri="{FF2B5EF4-FFF2-40B4-BE49-F238E27FC236}">
                  <a16:creationId xmlns:a16="http://schemas.microsoft.com/office/drawing/2014/main" id="{4B95AEA8-8337-CA57-B5D5-DDCAB173990E}"/>
                </a:ext>
              </a:extLst>
            </p:cNvPr>
            <p:cNvGrpSpPr/>
            <p:nvPr/>
          </p:nvGrpSpPr>
          <p:grpSpPr>
            <a:xfrm>
              <a:off x="5652018" y="139959"/>
              <a:ext cx="744892" cy="674136"/>
              <a:chOff x="5652018" y="139959"/>
              <a:chExt cx="744892" cy="674136"/>
            </a:xfrm>
          </p:grpSpPr>
          <p:grpSp>
            <p:nvGrpSpPr>
              <p:cNvPr id="54" name="Grupo 53">
                <a:extLst>
                  <a:ext uri="{FF2B5EF4-FFF2-40B4-BE49-F238E27FC236}">
                    <a16:creationId xmlns:a16="http://schemas.microsoft.com/office/drawing/2014/main" id="{93665047-BD38-E8C5-55FA-9AAD57815812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56" name="Elipse 55">
                  <a:extLst>
                    <a:ext uri="{FF2B5EF4-FFF2-40B4-BE49-F238E27FC236}">
                      <a16:creationId xmlns:a16="http://schemas.microsoft.com/office/drawing/2014/main" id="{62C91886-28E8-BC96-6B29-174AA9E63970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57" name="Elipse 56">
                  <a:extLst>
                    <a:ext uri="{FF2B5EF4-FFF2-40B4-BE49-F238E27FC236}">
                      <a16:creationId xmlns:a16="http://schemas.microsoft.com/office/drawing/2014/main" id="{4888716F-7004-D08A-A80F-21E3798D8A3D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55" name="Arco de bloque 54">
                <a:extLst>
                  <a:ext uri="{FF2B5EF4-FFF2-40B4-BE49-F238E27FC236}">
                    <a16:creationId xmlns:a16="http://schemas.microsoft.com/office/drawing/2014/main" id="{FB575EA3-04A9-FD3C-BC70-3DE69A49765A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" name="Grupo 3">
              <a:extLst>
                <a:ext uri="{FF2B5EF4-FFF2-40B4-BE49-F238E27FC236}">
                  <a16:creationId xmlns:a16="http://schemas.microsoft.com/office/drawing/2014/main" id="{C6718C26-251E-81D1-0E67-FFBB26BC2CFA}"/>
                </a:ext>
              </a:extLst>
            </p:cNvPr>
            <p:cNvGrpSpPr/>
            <p:nvPr/>
          </p:nvGrpSpPr>
          <p:grpSpPr>
            <a:xfrm>
              <a:off x="5674767" y="2358308"/>
              <a:ext cx="744892" cy="674136"/>
              <a:chOff x="5652018" y="139959"/>
              <a:chExt cx="744892" cy="674136"/>
            </a:xfrm>
          </p:grpSpPr>
          <p:grpSp>
            <p:nvGrpSpPr>
              <p:cNvPr id="50" name="Grupo 49">
                <a:extLst>
                  <a:ext uri="{FF2B5EF4-FFF2-40B4-BE49-F238E27FC236}">
                    <a16:creationId xmlns:a16="http://schemas.microsoft.com/office/drawing/2014/main" id="{E7BBE651-8EAD-8508-7716-9CBFC28ECEE6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52" name="Elipse 51">
                  <a:extLst>
                    <a:ext uri="{FF2B5EF4-FFF2-40B4-BE49-F238E27FC236}">
                      <a16:creationId xmlns:a16="http://schemas.microsoft.com/office/drawing/2014/main" id="{FCF6D69A-3B48-DCCD-3A93-1DCB16EADB4F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53" name="Elipse 52">
                  <a:extLst>
                    <a:ext uri="{FF2B5EF4-FFF2-40B4-BE49-F238E27FC236}">
                      <a16:creationId xmlns:a16="http://schemas.microsoft.com/office/drawing/2014/main" id="{10002A2D-2DF6-5BEA-A3F5-154009179BB1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51" name="Arco de bloque 50">
                <a:extLst>
                  <a:ext uri="{FF2B5EF4-FFF2-40B4-BE49-F238E27FC236}">
                    <a16:creationId xmlns:a16="http://schemas.microsoft.com/office/drawing/2014/main" id="{D8A32F20-042B-F576-8122-156FF5B60DC7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" name="Grupo 4">
              <a:extLst>
                <a:ext uri="{FF2B5EF4-FFF2-40B4-BE49-F238E27FC236}">
                  <a16:creationId xmlns:a16="http://schemas.microsoft.com/office/drawing/2014/main" id="{6C6C5A30-1B92-ED63-D49F-6B6905A94EBC}"/>
                </a:ext>
              </a:extLst>
            </p:cNvPr>
            <p:cNvGrpSpPr/>
            <p:nvPr/>
          </p:nvGrpSpPr>
          <p:grpSpPr>
            <a:xfrm>
              <a:off x="5650853" y="1167491"/>
              <a:ext cx="744892" cy="674136"/>
              <a:chOff x="5652018" y="139959"/>
              <a:chExt cx="744892" cy="674136"/>
            </a:xfrm>
          </p:grpSpPr>
          <p:grpSp>
            <p:nvGrpSpPr>
              <p:cNvPr id="46" name="Grupo 45">
                <a:extLst>
                  <a:ext uri="{FF2B5EF4-FFF2-40B4-BE49-F238E27FC236}">
                    <a16:creationId xmlns:a16="http://schemas.microsoft.com/office/drawing/2014/main" id="{C3F6F9F4-18B8-BE2D-1C87-D43463341784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48" name="Elipse 47">
                  <a:extLst>
                    <a:ext uri="{FF2B5EF4-FFF2-40B4-BE49-F238E27FC236}">
                      <a16:creationId xmlns:a16="http://schemas.microsoft.com/office/drawing/2014/main" id="{E5F010A5-0791-6064-8A44-D0A50EA953F2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49" name="Elipse 48">
                  <a:extLst>
                    <a:ext uri="{FF2B5EF4-FFF2-40B4-BE49-F238E27FC236}">
                      <a16:creationId xmlns:a16="http://schemas.microsoft.com/office/drawing/2014/main" id="{067D677F-1BC1-748A-E36A-57E2C182A679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47" name="Arco de bloque 46">
                <a:extLst>
                  <a:ext uri="{FF2B5EF4-FFF2-40B4-BE49-F238E27FC236}">
                    <a16:creationId xmlns:a16="http://schemas.microsoft.com/office/drawing/2014/main" id="{3921AFD5-BAB6-062C-4509-E22C990EDF86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DE198F09-0906-0654-5602-D4EDEE1E77DA}"/>
                </a:ext>
              </a:extLst>
            </p:cNvPr>
            <p:cNvGrpSpPr/>
            <p:nvPr/>
          </p:nvGrpSpPr>
          <p:grpSpPr>
            <a:xfrm>
              <a:off x="5629279" y="1726160"/>
              <a:ext cx="744892" cy="674136"/>
              <a:chOff x="5652018" y="139959"/>
              <a:chExt cx="744892" cy="674136"/>
            </a:xfrm>
          </p:grpSpPr>
          <p:grpSp>
            <p:nvGrpSpPr>
              <p:cNvPr id="42" name="Grupo 41">
                <a:extLst>
                  <a:ext uri="{FF2B5EF4-FFF2-40B4-BE49-F238E27FC236}">
                    <a16:creationId xmlns:a16="http://schemas.microsoft.com/office/drawing/2014/main" id="{0EE06140-DD3F-87F9-1DCA-DDEBC6C78AA3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44" name="Elipse 43">
                  <a:extLst>
                    <a:ext uri="{FF2B5EF4-FFF2-40B4-BE49-F238E27FC236}">
                      <a16:creationId xmlns:a16="http://schemas.microsoft.com/office/drawing/2014/main" id="{DAE66BA5-A8A8-CA02-9E33-BD93B4FD068C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45" name="Elipse 44">
                  <a:extLst>
                    <a:ext uri="{FF2B5EF4-FFF2-40B4-BE49-F238E27FC236}">
                      <a16:creationId xmlns:a16="http://schemas.microsoft.com/office/drawing/2014/main" id="{609272F6-F6CC-8863-A398-582BF5469F06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43" name="Arco de bloque 42">
                <a:extLst>
                  <a:ext uri="{FF2B5EF4-FFF2-40B4-BE49-F238E27FC236}">
                    <a16:creationId xmlns:a16="http://schemas.microsoft.com/office/drawing/2014/main" id="{C2C51091-091C-C848-6B89-C871F768895B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7" name="Grupo 6">
              <a:extLst>
                <a:ext uri="{FF2B5EF4-FFF2-40B4-BE49-F238E27FC236}">
                  <a16:creationId xmlns:a16="http://schemas.microsoft.com/office/drawing/2014/main" id="{CCE47B9F-8092-F9CC-0FE6-3562BDED6FBC}"/>
                </a:ext>
              </a:extLst>
            </p:cNvPr>
            <p:cNvGrpSpPr/>
            <p:nvPr/>
          </p:nvGrpSpPr>
          <p:grpSpPr>
            <a:xfrm>
              <a:off x="5653963" y="658000"/>
              <a:ext cx="744892" cy="674136"/>
              <a:chOff x="5652018" y="139959"/>
              <a:chExt cx="744892" cy="674136"/>
            </a:xfrm>
          </p:grpSpPr>
          <p:grpSp>
            <p:nvGrpSpPr>
              <p:cNvPr id="38" name="Grupo 37">
                <a:extLst>
                  <a:ext uri="{FF2B5EF4-FFF2-40B4-BE49-F238E27FC236}">
                    <a16:creationId xmlns:a16="http://schemas.microsoft.com/office/drawing/2014/main" id="{3A8DA23F-66EA-0E3E-861F-2175966FBF12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40" name="Elipse 39">
                  <a:extLst>
                    <a:ext uri="{FF2B5EF4-FFF2-40B4-BE49-F238E27FC236}">
                      <a16:creationId xmlns:a16="http://schemas.microsoft.com/office/drawing/2014/main" id="{EEB902FB-D9D9-66EE-966B-127A549257A5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41" name="Elipse 40">
                  <a:extLst>
                    <a:ext uri="{FF2B5EF4-FFF2-40B4-BE49-F238E27FC236}">
                      <a16:creationId xmlns:a16="http://schemas.microsoft.com/office/drawing/2014/main" id="{CC290B7E-FF9B-0BBC-5068-5FF620690D44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39" name="Arco de bloque 38">
                <a:extLst>
                  <a:ext uri="{FF2B5EF4-FFF2-40B4-BE49-F238E27FC236}">
                    <a16:creationId xmlns:a16="http://schemas.microsoft.com/office/drawing/2014/main" id="{67B139A8-0A57-975A-00DB-63E9BC6303E6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8" name="Grupo 7">
              <a:extLst>
                <a:ext uri="{FF2B5EF4-FFF2-40B4-BE49-F238E27FC236}">
                  <a16:creationId xmlns:a16="http://schemas.microsoft.com/office/drawing/2014/main" id="{F96D3788-AE33-E16F-787C-2299051F065E}"/>
                </a:ext>
              </a:extLst>
            </p:cNvPr>
            <p:cNvGrpSpPr/>
            <p:nvPr/>
          </p:nvGrpSpPr>
          <p:grpSpPr>
            <a:xfrm>
              <a:off x="5652799" y="608822"/>
              <a:ext cx="744892" cy="674136"/>
              <a:chOff x="5652018" y="139959"/>
              <a:chExt cx="744892" cy="674136"/>
            </a:xfrm>
          </p:grpSpPr>
          <p:grpSp>
            <p:nvGrpSpPr>
              <p:cNvPr id="34" name="Grupo 33">
                <a:extLst>
                  <a:ext uri="{FF2B5EF4-FFF2-40B4-BE49-F238E27FC236}">
                    <a16:creationId xmlns:a16="http://schemas.microsoft.com/office/drawing/2014/main" id="{02B2F13B-384D-61C9-55A9-AB3A5F78481E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36" name="Elipse 35">
                  <a:extLst>
                    <a:ext uri="{FF2B5EF4-FFF2-40B4-BE49-F238E27FC236}">
                      <a16:creationId xmlns:a16="http://schemas.microsoft.com/office/drawing/2014/main" id="{0E53C8FC-1BC4-CC29-9A54-FCB5A500C2F9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37" name="Elipse 36">
                  <a:extLst>
                    <a:ext uri="{FF2B5EF4-FFF2-40B4-BE49-F238E27FC236}">
                      <a16:creationId xmlns:a16="http://schemas.microsoft.com/office/drawing/2014/main" id="{FA27FEC3-1C12-B756-AADD-96A764513C35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35" name="Arco de bloque 34">
                <a:extLst>
                  <a:ext uri="{FF2B5EF4-FFF2-40B4-BE49-F238E27FC236}">
                    <a16:creationId xmlns:a16="http://schemas.microsoft.com/office/drawing/2014/main" id="{763EFA9A-04D5-BB58-140D-46BECEF6A3DC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9BF74C04-7A15-F091-E9AE-BDEC589E38E3}"/>
                </a:ext>
              </a:extLst>
            </p:cNvPr>
            <p:cNvGrpSpPr/>
            <p:nvPr/>
          </p:nvGrpSpPr>
          <p:grpSpPr>
            <a:xfrm>
              <a:off x="5656494" y="2956438"/>
              <a:ext cx="744892" cy="674136"/>
              <a:chOff x="5652018" y="139959"/>
              <a:chExt cx="744892" cy="674136"/>
            </a:xfrm>
          </p:grpSpPr>
          <p:grpSp>
            <p:nvGrpSpPr>
              <p:cNvPr id="30" name="Grupo 29">
                <a:extLst>
                  <a:ext uri="{FF2B5EF4-FFF2-40B4-BE49-F238E27FC236}">
                    <a16:creationId xmlns:a16="http://schemas.microsoft.com/office/drawing/2014/main" id="{92000BFD-905B-982E-5361-984A12D0B399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32" name="Elipse 31">
                  <a:extLst>
                    <a:ext uri="{FF2B5EF4-FFF2-40B4-BE49-F238E27FC236}">
                      <a16:creationId xmlns:a16="http://schemas.microsoft.com/office/drawing/2014/main" id="{99A34AC8-28A1-CD81-F561-FF20E0A00837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33" name="Elipse 32">
                  <a:extLst>
                    <a:ext uri="{FF2B5EF4-FFF2-40B4-BE49-F238E27FC236}">
                      <a16:creationId xmlns:a16="http://schemas.microsoft.com/office/drawing/2014/main" id="{8FD7C52E-9D83-95EE-AC02-B1D931867B46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31" name="Arco de bloque 30">
                <a:extLst>
                  <a:ext uri="{FF2B5EF4-FFF2-40B4-BE49-F238E27FC236}">
                    <a16:creationId xmlns:a16="http://schemas.microsoft.com/office/drawing/2014/main" id="{DDD36446-24AD-7DF1-A251-0491F40189DB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F393EBBA-CC0B-46B0-BE7B-71EE9867BA7F}"/>
                </a:ext>
              </a:extLst>
            </p:cNvPr>
            <p:cNvGrpSpPr/>
            <p:nvPr/>
          </p:nvGrpSpPr>
          <p:grpSpPr>
            <a:xfrm>
              <a:off x="5653193" y="3582761"/>
              <a:ext cx="744892" cy="674136"/>
              <a:chOff x="5652018" y="139959"/>
              <a:chExt cx="744892" cy="674136"/>
            </a:xfrm>
          </p:grpSpPr>
          <p:grpSp>
            <p:nvGrpSpPr>
              <p:cNvPr id="26" name="Grupo 25">
                <a:extLst>
                  <a:ext uri="{FF2B5EF4-FFF2-40B4-BE49-F238E27FC236}">
                    <a16:creationId xmlns:a16="http://schemas.microsoft.com/office/drawing/2014/main" id="{536BA60D-C87F-ACAA-D77B-11CEC101B285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28" name="Elipse 27">
                  <a:extLst>
                    <a:ext uri="{FF2B5EF4-FFF2-40B4-BE49-F238E27FC236}">
                      <a16:creationId xmlns:a16="http://schemas.microsoft.com/office/drawing/2014/main" id="{A4FB864F-3111-8358-27CE-9116453E54D1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29" name="Elipse 28">
                  <a:extLst>
                    <a:ext uri="{FF2B5EF4-FFF2-40B4-BE49-F238E27FC236}">
                      <a16:creationId xmlns:a16="http://schemas.microsoft.com/office/drawing/2014/main" id="{6F51D2D5-62CD-0EF4-5BBD-E37950C7A8FA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27" name="Arco de bloque 26">
                <a:extLst>
                  <a:ext uri="{FF2B5EF4-FFF2-40B4-BE49-F238E27FC236}">
                    <a16:creationId xmlns:a16="http://schemas.microsoft.com/office/drawing/2014/main" id="{823688EC-1CBE-47E8-4F9F-9E98433D48B4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1" name="Grupo 10">
              <a:extLst>
                <a:ext uri="{FF2B5EF4-FFF2-40B4-BE49-F238E27FC236}">
                  <a16:creationId xmlns:a16="http://schemas.microsoft.com/office/drawing/2014/main" id="{DBBE44D8-577C-B8C7-32B8-E5F1570B06B5}"/>
                </a:ext>
              </a:extLst>
            </p:cNvPr>
            <p:cNvGrpSpPr/>
            <p:nvPr/>
          </p:nvGrpSpPr>
          <p:grpSpPr>
            <a:xfrm>
              <a:off x="5670491" y="4210234"/>
              <a:ext cx="744892" cy="674136"/>
              <a:chOff x="5652018" y="139959"/>
              <a:chExt cx="744892" cy="674136"/>
            </a:xfrm>
          </p:grpSpPr>
          <p:grpSp>
            <p:nvGrpSpPr>
              <p:cNvPr id="22" name="Grupo 21">
                <a:extLst>
                  <a:ext uri="{FF2B5EF4-FFF2-40B4-BE49-F238E27FC236}">
                    <a16:creationId xmlns:a16="http://schemas.microsoft.com/office/drawing/2014/main" id="{E5C7B4F9-0A61-8A22-ABB3-E3DBC61102F8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24" name="Elipse 23">
                  <a:extLst>
                    <a:ext uri="{FF2B5EF4-FFF2-40B4-BE49-F238E27FC236}">
                      <a16:creationId xmlns:a16="http://schemas.microsoft.com/office/drawing/2014/main" id="{118EF317-9AF1-E40C-2017-DA0C0F273CA7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25" name="Elipse 24">
                  <a:extLst>
                    <a:ext uri="{FF2B5EF4-FFF2-40B4-BE49-F238E27FC236}">
                      <a16:creationId xmlns:a16="http://schemas.microsoft.com/office/drawing/2014/main" id="{DEC601EC-9374-7553-77DD-871FBB222082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23" name="Arco de bloque 22">
                <a:extLst>
                  <a:ext uri="{FF2B5EF4-FFF2-40B4-BE49-F238E27FC236}">
                    <a16:creationId xmlns:a16="http://schemas.microsoft.com/office/drawing/2014/main" id="{D38B6D82-836A-BFBF-E200-52864F0F65A1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2" name="Grupo 11">
              <a:extLst>
                <a:ext uri="{FF2B5EF4-FFF2-40B4-BE49-F238E27FC236}">
                  <a16:creationId xmlns:a16="http://schemas.microsoft.com/office/drawing/2014/main" id="{8544EF75-2AD0-6BBE-B757-9176142E805D}"/>
                </a:ext>
              </a:extLst>
            </p:cNvPr>
            <p:cNvGrpSpPr/>
            <p:nvPr/>
          </p:nvGrpSpPr>
          <p:grpSpPr>
            <a:xfrm>
              <a:off x="5696341" y="4830379"/>
              <a:ext cx="744892" cy="674136"/>
              <a:chOff x="5652018" y="139959"/>
              <a:chExt cx="744892" cy="674136"/>
            </a:xfrm>
          </p:grpSpPr>
          <p:grpSp>
            <p:nvGrpSpPr>
              <p:cNvPr id="18" name="Grupo 17">
                <a:extLst>
                  <a:ext uri="{FF2B5EF4-FFF2-40B4-BE49-F238E27FC236}">
                    <a16:creationId xmlns:a16="http://schemas.microsoft.com/office/drawing/2014/main" id="{4E0B4CC2-FD8B-D910-4EF0-76149FF7AC71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20" name="Elipse 19">
                  <a:extLst>
                    <a:ext uri="{FF2B5EF4-FFF2-40B4-BE49-F238E27FC236}">
                      <a16:creationId xmlns:a16="http://schemas.microsoft.com/office/drawing/2014/main" id="{5F6B5917-4507-3554-C23E-873F176F86AC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21" name="Elipse 20">
                  <a:extLst>
                    <a:ext uri="{FF2B5EF4-FFF2-40B4-BE49-F238E27FC236}">
                      <a16:creationId xmlns:a16="http://schemas.microsoft.com/office/drawing/2014/main" id="{97F5C3EE-C8ED-AA3F-B7A2-F660796DD127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19" name="Arco de bloque 18">
                <a:extLst>
                  <a:ext uri="{FF2B5EF4-FFF2-40B4-BE49-F238E27FC236}">
                    <a16:creationId xmlns:a16="http://schemas.microsoft.com/office/drawing/2014/main" id="{C012EF9A-B12F-3197-D367-4048E0DEDD95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3" name="Grupo 12">
              <a:extLst>
                <a:ext uri="{FF2B5EF4-FFF2-40B4-BE49-F238E27FC236}">
                  <a16:creationId xmlns:a16="http://schemas.microsoft.com/office/drawing/2014/main" id="{72BB96AE-16D6-DE07-7A23-EE5D4533CCCF}"/>
                </a:ext>
              </a:extLst>
            </p:cNvPr>
            <p:cNvGrpSpPr/>
            <p:nvPr/>
          </p:nvGrpSpPr>
          <p:grpSpPr>
            <a:xfrm>
              <a:off x="5687398" y="5441394"/>
              <a:ext cx="744892" cy="674136"/>
              <a:chOff x="5652018" y="139959"/>
              <a:chExt cx="744892" cy="674136"/>
            </a:xfrm>
          </p:grpSpPr>
          <p:grpSp>
            <p:nvGrpSpPr>
              <p:cNvPr id="14" name="Grupo 13">
                <a:extLst>
                  <a:ext uri="{FF2B5EF4-FFF2-40B4-BE49-F238E27FC236}">
                    <a16:creationId xmlns:a16="http://schemas.microsoft.com/office/drawing/2014/main" id="{0857CC6D-49B5-D241-2D9E-4791AD215890}"/>
                  </a:ext>
                </a:extLst>
              </p:cNvPr>
              <p:cNvGrpSpPr/>
              <p:nvPr/>
            </p:nvGrpSpPr>
            <p:grpSpPr>
              <a:xfrm>
                <a:off x="5652018" y="303244"/>
                <a:ext cx="744892" cy="247262"/>
                <a:chOff x="5652018" y="303244"/>
                <a:chExt cx="744892" cy="247262"/>
              </a:xfrm>
            </p:grpSpPr>
            <p:sp>
              <p:nvSpPr>
                <p:cNvPr id="16" name="Elipse 15">
                  <a:extLst>
                    <a:ext uri="{FF2B5EF4-FFF2-40B4-BE49-F238E27FC236}">
                      <a16:creationId xmlns:a16="http://schemas.microsoft.com/office/drawing/2014/main" id="{4094A46C-3019-95E3-154B-CAB4C092DEFB}"/>
                    </a:ext>
                  </a:extLst>
                </p:cNvPr>
                <p:cNvSpPr/>
                <p:nvPr/>
              </p:nvSpPr>
              <p:spPr>
                <a:xfrm>
                  <a:off x="5652018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sp>
              <p:nvSpPr>
                <p:cNvPr id="17" name="Elipse 16">
                  <a:extLst>
                    <a:ext uri="{FF2B5EF4-FFF2-40B4-BE49-F238E27FC236}">
                      <a16:creationId xmlns:a16="http://schemas.microsoft.com/office/drawing/2014/main" id="{9D552700-E0D7-2708-B7C7-0210ED9D029D}"/>
                    </a:ext>
                  </a:extLst>
                </p:cNvPr>
                <p:cNvSpPr/>
                <p:nvPr/>
              </p:nvSpPr>
              <p:spPr>
                <a:xfrm>
                  <a:off x="6165201" y="303244"/>
                  <a:ext cx="231709" cy="247262"/>
                </a:xfrm>
                <a:prstGeom prst="ellipse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</p:grpSp>
          <p:sp>
            <p:nvSpPr>
              <p:cNvPr id="15" name="Arco de bloque 14">
                <a:extLst>
                  <a:ext uri="{FF2B5EF4-FFF2-40B4-BE49-F238E27FC236}">
                    <a16:creationId xmlns:a16="http://schemas.microsoft.com/office/drawing/2014/main" id="{C0CC579D-B38E-18D3-1285-A53A010466A2}"/>
                  </a:ext>
                </a:extLst>
              </p:cNvPr>
              <p:cNvSpPr/>
              <p:nvPr/>
            </p:nvSpPr>
            <p:spPr>
              <a:xfrm>
                <a:off x="5697506" y="139959"/>
                <a:ext cx="610769" cy="674136"/>
              </a:xfrm>
              <a:prstGeom prst="blockArc">
                <a:avLst>
                  <a:gd name="adj1" fmla="val 11275584"/>
                  <a:gd name="adj2" fmla="val 20095653"/>
                  <a:gd name="adj3" fmla="val 13932"/>
                </a:avLst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PE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3618205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Azul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216</TotalTime>
  <Words>2669</Words>
  <Application>Microsoft Office PowerPoint</Application>
  <PresentationFormat>Panorámica</PresentationFormat>
  <Paragraphs>262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21" baseType="lpstr">
      <vt:lpstr>Arial</vt:lpstr>
      <vt:lpstr>Bradley Hand ITC</vt:lpstr>
      <vt:lpstr>Broadway</vt:lpstr>
      <vt:lpstr>Calibri</vt:lpstr>
      <vt:lpstr>Calibri Light</vt:lpstr>
      <vt:lpstr>Elephant</vt:lpstr>
      <vt:lpstr>Wingdings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milena randu</dc:creator>
  <cp:lastModifiedBy>milena randu</cp:lastModifiedBy>
  <cp:revision>1</cp:revision>
  <dcterms:created xsi:type="dcterms:W3CDTF">2025-10-09T12:37:18Z</dcterms:created>
  <dcterms:modified xsi:type="dcterms:W3CDTF">2025-10-11T21:34:58Z</dcterms:modified>
</cp:coreProperties>
</file>